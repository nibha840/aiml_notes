
<file path=[Content_Types].xml><?xml version="1.0" encoding="utf-8"?>
<Types xmlns="http://schemas.openxmlformats.org/package/2006/content-types">
  <Default Extension="jpeg" ContentType="image/jpeg"/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86" r:id="rId3"/>
    <p:sldId id="401" r:id="rId4"/>
    <p:sldId id="410" r:id="rId5"/>
    <p:sldId id="569" r:id="rId6"/>
    <p:sldId id="402" r:id="rId7"/>
    <p:sldId id="403" r:id="rId8"/>
    <p:sldId id="406" r:id="rId9"/>
    <p:sldId id="566" r:id="rId10"/>
    <p:sldId id="459" r:id="rId11"/>
    <p:sldId id="274" r:id="rId12"/>
    <p:sldId id="272" r:id="rId13"/>
    <p:sldId id="570" r:id="rId14"/>
    <p:sldId id="258" r:id="rId15"/>
    <p:sldId id="260" r:id="rId16"/>
    <p:sldId id="261" r:id="rId17"/>
    <p:sldId id="262" r:id="rId18"/>
    <p:sldId id="263" r:id="rId19"/>
    <p:sldId id="265" r:id="rId20"/>
    <p:sldId id="266" r:id="rId21"/>
    <p:sldId id="267" r:id="rId22"/>
    <p:sldId id="279" r:id="rId23"/>
    <p:sldId id="280" r:id="rId24"/>
    <p:sldId id="281" r:id="rId25"/>
    <p:sldId id="282" r:id="rId26"/>
    <p:sldId id="284" r:id="rId27"/>
    <p:sldId id="288" r:id="rId28"/>
    <p:sldId id="322" r:id="rId29"/>
    <p:sldId id="323" r:id="rId30"/>
    <p:sldId id="324" r:id="rId31"/>
    <p:sldId id="325" r:id="rId32"/>
    <p:sldId id="326" r:id="rId33"/>
    <p:sldId id="328" r:id="rId34"/>
    <p:sldId id="33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3CA539-09AE-4753-B32E-8092E2180DA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737406-2F82-4901-A72E-2BE02B63C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Traditional management provides you with…</a:t>
          </a:r>
          <a:r>
            <a:rPr lang="en-US"/>
            <a:t> </a:t>
          </a:r>
        </a:p>
      </dgm:t>
    </dgm:pt>
    <dgm:pt modelId="{6AE3432F-7199-4C92-AFE6-B72B8D15A48A}" type="parTrans" cxnId="{169D5BD2-24D3-4485-A6BB-86510E3958E6}">
      <dgm:prSet/>
      <dgm:spPr/>
      <dgm:t>
        <a:bodyPr/>
        <a:lstStyle/>
        <a:p>
          <a:endParaRPr lang="en-US"/>
        </a:p>
      </dgm:t>
    </dgm:pt>
    <dgm:pt modelId="{F0B6BC6E-2126-4611-A7FE-EBCD81570474}" type="sibTrans" cxnId="{169D5BD2-24D3-4485-A6BB-86510E3958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8A9DD7-1D3C-419A-8024-A16AFC604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much money and time a particular job is likely to require prior to starting and once stated, how much money was spent at any given time.</a:t>
          </a:r>
        </a:p>
      </dgm:t>
    </dgm:pt>
    <dgm:pt modelId="{DD885AA8-39A0-4D54-8F9D-96A0280B0A17}" type="parTrans" cxnId="{F7BA4E86-B1CB-4643-A07F-9814D990BF4F}">
      <dgm:prSet/>
      <dgm:spPr/>
      <dgm:t>
        <a:bodyPr/>
        <a:lstStyle/>
        <a:p>
          <a:endParaRPr lang="en-US"/>
        </a:p>
      </dgm:t>
    </dgm:pt>
    <dgm:pt modelId="{D9F667E9-53E4-4B9F-B7B5-826416BA008C}" type="sibTrans" cxnId="{F7BA4E86-B1CB-4643-A07F-9814D990BF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209FFA-7465-403E-9491-3FBD911E1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While </a:t>
          </a:r>
          <a:r>
            <a:rPr lang="en-US" b="1"/>
            <a:t>Earned Value Management provides you with…</a:t>
          </a:r>
          <a:endParaRPr lang="en-US"/>
        </a:p>
      </dgm:t>
    </dgm:pt>
    <dgm:pt modelId="{A71EB535-465E-42E6-8828-9DF9BF989D3A}" type="parTrans" cxnId="{008BCC3A-44F0-415C-BF1B-28D4BD2BB212}">
      <dgm:prSet/>
      <dgm:spPr/>
      <dgm:t>
        <a:bodyPr/>
        <a:lstStyle/>
        <a:p>
          <a:endParaRPr lang="en-US"/>
        </a:p>
      </dgm:t>
    </dgm:pt>
    <dgm:pt modelId="{735F274F-48B4-4430-908B-6F33BA98E46B}" type="sibTrans" cxnId="{008BCC3A-44F0-415C-BF1B-28D4BD2BB2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E2AA2C-CC79-4F81-936B-BDD43F5438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much money and time a particular job is likely to require prior to starting and once stated, how much money was spent at any given time.</a:t>
          </a:r>
        </a:p>
      </dgm:t>
    </dgm:pt>
    <dgm:pt modelId="{ECDA8252-28C5-4B9A-A357-109A2FC71ABA}" type="parTrans" cxnId="{DA8876A7-E127-40BC-9A6D-BCBB0A1D3C45}">
      <dgm:prSet/>
      <dgm:spPr/>
      <dgm:t>
        <a:bodyPr/>
        <a:lstStyle/>
        <a:p>
          <a:endParaRPr lang="en-US"/>
        </a:p>
      </dgm:t>
    </dgm:pt>
    <dgm:pt modelId="{6AD505C9-4B01-4DB9-9393-B03CF6ADCF46}" type="sibTrans" cxnId="{DA8876A7-E127-40BC-9A6D-BCBB0A1D3C45}">
      <dgm:prSet/>
      <dgm:spPr/>
      <dgm:t>
        <a:bodyPr/>
        <a:lstStyle/>
        <a:p>
          <a:endParaRPr lang="en-US"/>
        </a:p>
      </dgm:t>
    </dgm:pt>
    <dgm:pt modelId="{0E091673-CEAC-4E6C-852C-F247F75BDA82}" type="pres">
      <dgm:prSet presAssocID="{1D3CA539-09AE-4753-B32E-8092E2180DAB}" presName="root" presStyleCnt="0">
        <dgm:presLayoutVars>
          <dgm:dir/>
          <dgm:resizeHandles val="exact"/>
        </dgm:presLayoutVars>
      </dgm:prSet>
      <dgm:spPr/>
    </dgm:pt>
    <dgm:pt modelId="{18494487-7883-4972-B0CE-B47C17300CFF}" type="pres">
      <dgm:prSet presAssocID="{1D3CA539-09AE-4753-B32E-8092E2180DAB}" presName="container" presStyleCnt="0">
        <dgm:presLayoutVars>
          <dgm:dir/>
          <dgm:resizeHandles val="exact"/>
        </dgm:presLayoutVars>
      </dgm:prSet>
      <dgm:spPr/>
    </dgm:pt>
    <dgm:pt modelId="{C214BC64-8F0B-4D4B-A974-CAB30D0CF406}" type="pres">
      <dgm:prSet presAssocID="{59737406-2F82-4901-A72E-2BE02B63C464}" presName="compNode" presStyleCnt="0"/>
      <dgm:spPr/>
    </dgm:pt>
    <dgm:pt modelId="{675C616C-5BF0-4747-A0B4-5F206B96B43E}" type="pres">
      <dgm:prSet presAssocID="{59737406-2F82-4901-A72E-2BE02B63C464}" presName="iconBgRect" presStyleLbl="bgShp" presStyleIdx="0" presStyleCnt="4"/>
      <dgm:spPr/>
    </dgm:pt>
    <dgm:pt modelId="{761C7988-9F7D-4EE4-B1BC-A077F1ED44C8}" type="pres">
      <dgm:prSet presAssocID="{59737406-2F82-4901-A72E-2BE02B63C4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B94F589D-20EB-4798-A562-4F611BA7A798}" type="pres">
      <dgm:prSet presAssocID="{59737406-2F82-4901-A72E-2BE02B63C464}" presName="spaceRect" presStyleCnt="0"/>
      <dgm:spPr/>
    </dgm:pt>
    <dgm:pt modelId="{4D56F6EC-0B39-41AF-9DCE-6E9C5FB4BF00}" type="pres">
      <dgm:prSet presAssocID="{59737406-2F82-4901-A72E-2BE02B63C464}" presName="textRect" presStyleLbl="revTx" presStyleIdx="0" presStyleCnt="4">
        <dgm:presLayoutVars>
          <dgm:chMax val="1"/>
          <dgm:chPref val="1"/>
        </dgm:presLayoutVars>
      </dgm:prSet>
      <dgm:spPr/>
    </dgm:pt>
    <dgm:pt modelId="{58869E9C-6FC9-493B-AF05-E12F89C9D3B9}" type="pres">
      <dgm:prSet presAssocID="{F0B6BC6E-2126-4611-A7FE-EBCD81570474}" presName="sibTrans" presStyleLbl="sibTrans2D1" presStyleIdx="0" presStyleCnt="0"/>
      <dgm:spPr/>
    </dgm:pt>
    <dgm:pt modelId="{1252BF25-3718-4DFE-A0DC-74FDB6E7EE85}" type="pres">
      <dgm:prSet presAssocID="{ED8A9DD7-1D3C-419A-8024-A16AFC6044B1}" presName="compNode" presStyleCnt="0"/>
      <dgm:spPr/>
    </dgm:pt>
    <dgm:pt modelId="{921C1539-DCDB-4DB2-A1E9-D76F318485C0}" type="pres">
      <dgm:prSet presAssocID="{ED8A9DD7-1D3C-419A-8024-A16AFC6044B1}" presName="iconBgRect" presStyleLbl="bgShp" presStyleIdx="1" presStyleCnt="4"/>
      <dgm:spPr/>
    </dgm:pt>
    <dgm:pt modelId="{AFB6E159-1017-4FF6-8E0D-25D0A4C48F1B}" type="pres">
      <dgm:prSet presAssocID="{ED8A9DD7-1D3C-419A-8024-A16AFC6044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F8A8754-4757-409A-B871-1B5B5C30CCE1}" type="pres">
      <dgm:prSet presAssocID="{ED8A9DD7-1D3C-419A-8024-A16AFC6044B1}" presName="spaceRect" presStyleCnt="0"/>
      <dgm:spPr/>
    </dgm:pt>
    <dgm:pt modelId="{FB1C53B5-4CD0-4631-931F-BEBB26C61D84}" type="pres">
      <dgm:prSet presAssocID="{ED8A9DD7-1D3C-419A-8024-A16AFC6044B1}" presName="textRect" presStyleLbl="revTx" presStyleIdx="1" presStyleCnt="4">
        <dgm:presLayoutVars>
          <dgm:chMax val="1"/>
          <dgm:chPref val="1"/>
        </dgm:presLayoutVars>
      </dgm:prSet>
      <dgm:spPr/>
    </dgm:pt>
    <dgm:pt modelId="{2441CF9B-AC2E-4E90-AB0A-78C503888328}" type="pres">
      <dgm:prSet presAssocID="{D9F667E9-53E4-4B9F-B7B5-826416BA008C}" presName="sibTrans" presStyleLbl="sibTrans2D1" presStyleIdx="0" presStyleCnt="0"/>
      <dgm:spPr/>
    </dgm:pt>
    <dgm:pt modelId="{F60D6A60-9AA5-4973-A8DF-D9DFE1F82360}" type="pres">
      <dgm:prSet presAssocID="{F3209FFA-7465-403E-9491-3FBD911E18D4}" presName="compNode" presStyleCnt="0"/>
      <dgm:spPr/>
    </dgm:pt>
    <dgm:pt modelId="{1EA99906-9A43-4CDD-BF20-48C68D72169D}" type="pres">
      <dgm:prSet presAssocID="{F3209FFA-7465-403E-9491-3FBD911E18D4}" presName="iconBgRect" presStyleLbl="bgShp" presStyleIdx="2" presStyleCnt="4"/>
      <dgm:spPr/>
    </dgm:pt>
    <dgm:pt modelId="{19DBEA9D-3E9C-4486-9467-C6BDE97B1920}" type="pres">
      <dgm:prSet presAssocID="{F3209FFA-7465-403E-9491-3FBD911E18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154BE3F-B4D3-4BAD-AD34-B1F07304FC06}" type="pres">
      <dgm:prSet presAssocID="{F3209FFA-7465-403E-9491-3FBD911E18D4}" presName="spaceRect" presStyleCnt="0"/>
      <dgm:spPr/>
    </dgm:pt>
    <dgm:pt modelId="{C62FEA0B-B3E4-440E-A104-2BB2D5CBCFEC}" type="pres">
      <dgm:prSet presAssocID="{F3209FFA-7465-403E-9491-3FBD911E18D4}" presName="textRect" presStyleLbl="revTx" presStyleIdx="2" presStyleCnt="4">
        <dgm:presLayoutVars>
          <dgm:chMax val="1"/>
          <dgm:chPref val="1"/>
        </dgm:presLayoutVars>
      </dgm:prSet>
      <dgm:spPr/>
    </dgm:pt>
    <dgm:pt modelId="{4CD0129D-A529-4ECD-A3B3-7743F12F735A}" type="pres">
      <dgm:prSet presAssocID="{735F274F-48B4-4430-908B-6F33BA98E46B}" presName="sibTrans" presStyleLbl="sibTrans2D1" presStyleIdx="0" presStyleCnt="0"/>
      <dgm:spPr/>
    </dgm:pt>
    <dgm:pt modelId="{D00D7C2A-622A-4FDA-9484-B54AAD3BB28A}" type="pres">
      <dgm:prSet presAssocID="{7CE2AA2C-CC79-4F81-936B-BDD43F54381F}" presName="compNode" presStyleCnt="0"/>
      <dgm:spPr/>
    </dgm:pt>
    <dgm:pt modelId="{04EB000E-3E1B-4F0C-8A2E-016B4C0FC67C}" type="pres">
      <dgm:prSet presAssocID="{7CE2AA2C-CC79-4F81-936B-BDD43F54381F}" presName="iconBgRect" presStyleLbl="bgShp" presStyleIdx="3" presStyleCnt="4"/>
      <dgm:spPr/>
    </dgm:pt>
    <dgm:pt modelId="{7F36D871-439E-4BED-B32F-6FC95B9C24A0}" type="pres">
      <dgm:prSet presAssocID="{7CE2AA2C-CC79-4F81-936B-BDD43F5438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0C44D62-6E60-4EB6-9F00-C63FC888988E}" type="pres">
      <dgm:prSet presAssocID="{7CE2AA2C-CC79-4F81-936B-BDD43F54381F}" presName="spaceRect" presStyleCnt="0"/>
      <dgm:spPr/>
    </dgm:pt>
    <dgm:pt modelId="{9727A914-056A-4957-89C2-02CA804ED05E}" type="pres">
      <dgm:prSet presAssocID="{7CE2AA2C-CC79-4F81-936B-BDD43F5438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03310F-1E36-462F-9A21-F83DA663DE1B}" type="presOf" srcId="{F3209FFA-7465-403E-9491-3FBD911E18D4}" destId="{C62FEA0B-B3E4-440E-A104-2BB2D5CBCFEC}" srcOrd="0" destOrd="0" presId="urn:microsoft.com/office/officeart/2018/2/layout/IconCircleList"/>
    <dgm:cxn modelId="{008BCC3A-44F0-415C-BF1B-28D4BD2BB212}" srcId="{1D3CA539-09AE-4753-B32E-8092E2180DAB}" destId="{F3209FFA-7465-403E-9491-3FBD911E18D4}" srcOrd="2" destOrd="0" parTransId="{A71EB535-465E-42E6-8828-9DF9BF989D3A}" sibTransId="{735F274F-48B4-4430-908B-6F33BA98E46B}"/>
    <dgm:cxn modelId="{FD53EB5E-A20A-4949-9C87-DF37890388D9}" type="presOf" srcId="{D9F667E9-53E4-4B9F-B7B5-826416BA008C}" destId="{2441CF9B-AC2E-4E90-AB0A-78C503888328}" srcOrd="0" destOrd="0" presId="urn:microsoft.com/office/officeart/2018/2/layout/IconCircleList"/>
    <dgm:cxn modelId="{9A217E55-B09E-4F2A-9276-2CA9556285DC}" type="presOf" srcId="{F0B6BC6E-2126-4611-A7FE-EBCD81570474}" destId="{58869E9C-6FC9-493B-AF05-E12F89C9D3B9}" srcOrd="0" destOrd="0" presId="urn:microsoft.com/office/officeart/2018/2/layout/IconCircleList"/>
    <dgm:cxn modelId="{20D26558-05F8-4441-9C0D-4C23C0409E58}" type="presOf" srcId="{735F274F-48B4-4430-908B-6F33BA98E46B}" destId="{4CD0129D-A529-4ECD-A3B3-7743F12F735A}" srcOrd="0" destOrd="0" presId="urn:microsoft.com/office/officeart/2018/2/layout/IconCircleList"/>
    <dgm:cxn modelId="{5D4BA559-D0E9-4C1C-8004-60286B116FEC}" type="presOf" srcId="{59737406-2F82-4901-A72E-2BE02B63C464}" destId="{4D56F6EC-0B39-41AF-9DCE-6E9C5FB4BF00}" srcOrd="0" destOrd="0" presId="urn:microsoft.com/office/officeart/2018/2/layout/IconCircleList"/>
    <dgm:cxn modelId="{F7BA4E86-B1CB-4643-A07F-9814D990BF4F}" srcId="{1D3CA539-09AE-4753-B32E-8092E2180DAB}" destId="{ED8A9DD7-1D3C-419A-8024-A16AFC6044B1}" srcOrd="1" destOrd="0" parTransId="{DD885AA8-39A0-4D54-8F9D-96A0280B0A17}" sibTransId="{D9F667E9-53E4-4B9F-B7B5-826416BA008C}"/>
    <dgm:cxn modelId="{DA8876A7-E127-40BC-9A6D-BCBB0A1D3C45}" srcId="{1D3CA539-09AE-4753-B32E-8092E2180DAB}" destId="{7CE2AA2C-CC79-4F81-936B-BDD43F54381F}" srcOrd="3" destOrd="0" parTransId="{ECDA8252-28C5-4B9A-A357-109A2FC71ABA}" sibTransId="{6AD505C9-4B01-4DB9-9393-B03CF6ADCF46}"/>
    <dgm:cxn modelId="{B28146C3-F815-4D3D-8AE9-C1C435958596}" type="presOf" srcId="{1D3CA539-09AE-4753-B32E-8092E2180DAB}" destId="{0E091673-CEAC-4E6C-852C-F247F75BDA82}" srcOrd="0" destOrd="0" presId="urn:microsoft.com/office/officeart/2018/2/layout/IconCircleList"/>
    <dgm:cxn modelId="{DE89FECC-E1AB-4AD6-8802-37464E07243C}" type="presOf" srcId="{ED8A9DD7-1D3C-419A-8024-A16AFC6044B1}" destId="{FB1C53B5-4CD0-4631-931F-BEBB26C61D84}" srcOrd="0" destOrd="0" presId="urn:microsoft.com/office/officeart/2018/2/layout/IconCircleList"/>
    <dgm:cxn modelId="{169D5BD2-24D3-4485-A6BB-86510E3958E6}" srcId="{1D3CA539-09AE-4753-B32E-8092E2180DAB}" destId="{59737406-2F82-4901-A72E-2BE02B63C464}" srcOrd="0" destOrd="0" parTransId="{6AE3432F-7199-4C92-AFE6-B72B8D15A48A}" sibTransId="{F0B6BC6E-2126-4611-A7FE-EBCD81570474}"/>
    <dgm:cxn modelId="{1E53B6DF-F424-4FC5-85A7-1CBFD7611393}" type="presOf" srcId="{7CE2AA2C-CC79-4F81-936B-BDD43F54381F}" destId="{9727A914-056A-4957-89C2-02CA804ED05E}" srcOrd="0" destOrd="0" presId="urn:microsoft.com/office/officeart/2018/2/layout/IconCircleList"/>
    <dgm:cxn modelId="{B465A492-21B4-4955-B9A7-64B5EF1400D8}" type="presParOf" srcId="{0E091673-CEAC-4E6C-852C-F247F75BDA82}" destId="{18494487-7883-4972-B0CE-B47C17300CFF}" srcOrd="0" destOrd="0" presId="urn:microsoft.com/office/officeart/2018/2/layout/IconCircleList"/>
    <dgm:cxn modelId="{40BAE9CE-BFEE-4D5A-BD72-4DB49B87CEC7}" type="presParOf" srcId="{18494487-7883-4972-B0CE-B47C17300CFF}" destId="{C214BC64-8F0B-4D4B-A974-CAB30D0CF406}" srcOrd="0" destOrd="0" presId="urn:microsoft.com/office/officeart/2018/2/layout/IconCircleList"/>
    <dgm:cxn modelId="{FC58B6B8-AADE-4DAF-B5E9-A5D63567CC2A}" type="presParOf" srcId="{C214BC64-8F0B-4D4B-A974-CAB30D0CF406}" destId="{675C616C-5BF0-4747-A0B4-5F206B96B43E}" srcOrd="0" destOrd="0" presId="urn:microsoft.com/office/officeart/2018/2/layout/IconCircleList"/>
    <dgm:cxn modelId="{EAC412F5-CE1B-47BB-B18F-B7F45AE7D4FD}" type="presParOf" srcId="{C214BC64-8F0B-4D4B-A974-CAB30D0CF406}" destId="{761C7988-9F7D-4EE4-B1BC-A077F1ED44C8}" srcOrd="1" destOrd="0" presId="urn:microsoft.com/office/officeart/2018/2/layout/IconCircleList"/>
    <dgm:cxn modelId="{B328E0FA-A9F8-46E2-B085-C5CF0AFE245D}" type="presParOf" srcId="{C214BC64-8F0B-4D4B-A974-CAB30D0CF406}" destId="{B94F589D-20EB-4798-A562-4F611BA7A798}" srcOrd="2" destOrd="0" presId="urn:microsoft.com/office/officeart/2018/2/layout/IconCircleList"/>
    <dgm:cxn modelId="{6A64BA9E-4FAF-44EA-902A-803573251E33}" type="presParOf" srcId="{C214BC64-8F0B-4D4B-A974-CAB30D0CF406}" destId="{4D56F6EC-0B39-41AF-9DCE-6E9C5FB4BF00}" srcOrd="3" destOrd="0" presId="urn:microsoft.com/office/officeart/2018/2/layout/IconCircleList"/>
    <dgm:cxn modelId="{6CB40BEC-07B7-4CFE-B768-DD683178545E}" type="presParOf" srcId="{18494487-7883-4972-B0CE-B47C17300CFF}" destId="{58869E9C-6FC9-493B-AF05-E12F89C9D3B9}" srcOrd="1" destOrd="0" presId="urn:microsoft.com/office/officeart/2018/2/layout/IconCircleList"/>
    <dgm:cxn modelId="{EAE7FE08-2C47-488D-91EC-75CDE17B6C29}" type="presParOf" srcId="{18494487-7883-4972-B0CE-B47C17300CFF}" destId="{1252BF25-3718-4DFE-A0DC-74FDB6E7EE85}" srcOrd="2" destOrd="0" presId="urn:microsoft.com/office/officeart/2018/2/layout/IconCircleList"/>
    <dgm:cxn modelId="{7291E13F-305E-4E22-B1F0-989A7979DF39}" type="presParOf" srcId="{1252BF25-3718-4DFE-A0DC-74FDB6E7EE85}" destId="{921C1539-DCDB-4DB2-A1E9-D76F318485C0}" srcOrd="0" destOrd="0" presId="urn:microsoft.com/office/officeart/2018/2/layout/IconCircleList"/>
    <dgm:cxn modelId="{4CD3F3CC-9A82-41B4-84C6-A845A8F3461E}" type="presParOf" srcId="{1252BF25-3718-4DFE-A0DC-74FDB6E7EE85}" destId="{AFB6E159-1017-4FF6-8E0D-25D0A4C48F1B}" srcOrd="1" destOrd="0" presId="urn:microsoft.com/office/officeart/2018/2/layout/IconCircleList"/>
    <dgm:cxn modelId="{A8F55755-D8A3-4431-9440-AF5FC633F144}" type="presParOf" srcId="{1252BF25-3718-4DFE-A0DC-74FDB6E7EE85}" destId="{AF8A8754-4757-409A-B871-1B5B5C30CCE1}" srcOrd="2" destOrd="0" presId="urn:microsoft.com/office/officeart/2018/2/layout/IconCircleList"/>
    <dgm:cxn modelId="{DE56E208-F9FC-4D4B-BF1D-41C5B58ABDDE}" type="presParOf" srcId="{1252BF25-3718-4DFE-A0DC-74FDB6E7EE85}" destId="{FB1C53B5-4CD0-4631-931F-BEBB26C61D84}" srcOrd="3" destOrd="0" presId="urn:microsoft.com/office/officeart/2018/2/layout/IconCircleList"/>
    <dgm:cxn modelId="{6096D67F-3ABF-484D-A818-FCC29E6D09B1}" type="presParOf" srcId="{18494487-7883-4972-B0CE-B47C17300CFF}" destId="{2441CF9B-AC2E-4E90-AB0A-78C503888328}" srcOrd="3" destOrd="0" presId="urn:microsoft.com/office/officeart/2018/2/layout/IconCircleList"/>
    <dgm:cxn modelId="{FBD62BA1-B1DE-4DD9-AA05-F1EF332F85B2}" type="presParOf" srcId="{18494487-7883-4972-B0CE-B47C17300CFF}" destId="{F60D6A60-9AA5-4973-A8DF-D9DFE1F82360}" srcOrd="4" destOrd="0" presId="urn:microsoft.com/office/officeart/2018/2/layout/IconCircleList"/>
    <dgm:cxn modelId="{D43E6616-31DF-42E4-84F3-ACC1CCE351B3}" type="presParOf" srcId="{F60D6A60-9AA5-4973-A8DF-D9DFE1F82360}" destId="{1EA99906-9A43-4CDD-BF20-48C68D72169D}" srcOrd="0" destOrd="0" presId="urn:microsoft.com/office/officeart/2018/2/layout/IconCircleList"/>
    <dgm:cxn modelId="{FE50CAE0-621F-4737-B82F-94DB8EE08FAE}" type="presParOf" srcId="{F60D6A60-9AA5-4973-A8DF-D9DFE1F82360}" destId="{19DBEA9D-3E9C-4486-9467-C6BDE97B1920}" srcOrd="1" destOrd="0" presId="urn:microsoft.com/office/officeart/2018/2/layout/IconCircleList"/>
    <dgm:cxn modelId="{CE0369FC-1332-4DB8-80E7-59B02AFED81A}" type="presParOf" srcId="{F60D6A60-9AA5-4973-A8DF-D9DFE1F82360}" destId="{C154BE3F-B4D3-4BAD-AD34-B1F07304FC06}" srcOrd="2" destOrd="0" presId="urn:microsoft.com/office/officeart/2018/2/layout/IconCircleList"/>
    <dgm:cxn modelId="{A0B64026-CEE9-4A0F-A977-E29743F04866}" type="presParOf" srcId="{F60D6A60-9AA5-4973-A8DF-D9DFE1F82360}" destId="{C62FEA0B-B3E4-440E-A104-2BB2D5CBCFEC}" srcOrd="3" destOrd="0" presId="urn:microsoft.com/office/officeart/2018/2/layout/IconCircleList"/>
    <dgm:cxn modelId="{9A562B85-E608-4985-8AB7-0FDAF0F11966}" type="presParOf" srcId="{18494487-7883-4972-B0CE-B47C17300CFF}" destId="{4CD0129D-A529-4ECD-A3B3-7743F12F735A}" srcOrd="5" destOrd="0" presId="urn:microsoft.com/office/officeart/2018/2/layout/IconCircleList"/>
    <dgm:cxn modelId="{094673E6-5F95-44E7-8E90-15DE99297C7C}" type="presParOf" srcId="{18494487-7883-4972-B0CE-B47C17300CFF}" destId="{D00D7C2A-622A-4FDA-9484-B54AAD3BB28A}" srcOrd="6" destOrd="0" presId="urn:microsoft.com/office/officeart/2018/2/layout/IconCircleList"/>
    <dgm:cxn modelId="{7A5B26D2-AF4D-4152-B2E1-91C4400563CD}" type="presParOf" srcId="{D00D7C2A-622A-4FDA-9484-B54AAD3BB28A}" destId="{04EB000E-3E1B-4F0C-8A2E-016B4C0FC67C}" srcOrd="0" destOrd="0" presId="urn:microsoft.com/office/officeart/2018/2/layout/IconCircleList"/>
    <dgm:cxn modelId="{2CD421CD-3229-4905-ADD5-DCB1409AF212}" type="presParOf" srcId="{D00D7C2A-622A-4FDA-9484-B54AAD3BB28A}" destId="{7F36D871-439E-4BED-B32F-6FC95B9C24A0}" srcOrd="1" destOrd="0" presId="urn:microsoft.com/office/officeart/2018/2/layout/IconCircleList"/>
    <dgm:cxn modelId="{56DB21F9-7176-43D2-8FC4-59CFA732A29D}" type="presParOf" srcId="{D00D7C2A-622A-4FDA-9484-B54AAD3BB28A}" destId="{40C44D62-6E60-4EB6-9F00-C63FC888988E}" srcOrd="2" destOrd="0" presId="urn:microsoft.com/office/officeart/2018/2/layout/IconCircleList"/>
    <dgm:cxn modelId="{A4F0D75B-E22C-483F-B37E-92FAF72311BC}" type="presParOf" srcId="{D00D7C2A-622A-4FDA-9484-B54AAD3BB28A}" destId="{9727A914-056A-4957-89C2-02CA804ED05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C1C360-0D4B-4F67-94F9-D6363FE256C3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D2757A-A532-4319-A917-4A1B18653D7D}">
      <dgm:prSet/>
      <dgm:spPr/>
      <dgm:t>
        <a:bodyPr/>
        <a:lstStyle/>
        <a:p>
          <a:r>
            <a:rPr lang="en-US" b="1" i="1"/>
            <a:t>Clearly define each activity</a:t>
          </a:r>
          <a:r>
            <a:rPr lang="en-US" b="1"/>
            <a:t> </a:t>
          </a:r>
          <a:r>
            <a:rPr lang="en-US"/>
            <a:t>including its resource needs and budget.</a:t>
          </a:r>
        </a:p>
      </dgm:t>
    </dgm:pt>
    <dgm:pt modelId="{34FB9F87-45A3-429C-BAAA-7E974FD7B6C5}" type="parTrans" cxnId="{495576F0-FEB7-4241-A2D7-8FB4A3A93BA1}">
      <dgm:prSet/>
      <dgm:spPr/>
      <dgm:t>
        <a:bodyPr/>
        <a:lstStyle/>
        <a:p>
          <a:endParaRPr lang="en-US"/>
        </a:p>
      </dgm:t>
    </dgm:pt>
    <dgm:pt modelId="{1283EFC4-E363-4628-A4DF-FC9D7DE47442}" type="sibTrans" cxnId="{495576F0-FEB7-4241-A2D7-8FB4A3A93B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ECC90AD-E7C5-45E3-9208-536C2D521E35}">
      <dgm:prSet/>
      <dgm:spPr/>
      <dgm:t>
        <a:bodyPr/>
        <a:lstStyle/>
        <a:p>
          <a:r>
            <a:rPr lang="en-US" b="1" i="1"/>
            <a:t>Create usage schedules</a:t>
          </a:r>
          <a:r>
            <a:rPr lang="en-US" b="1"/>
            <a:t> </a:t>
          </a:r>
          <a:r>
            <a:rPr lang="en-US"/>
            <a:t>for activities and resources.</a:t>
          </a:r>
        </a:p>
      </dgm:t>
    </dgm:pt>
    <dgm:pt modelId="{FAE9A619-23E1-4A54-A219-FA108CA2DDA9}" type="parTrans" cxnId="{98C72752-087E-450B-ABED-05CEA7BA2F46}">
      <dgm:prSet/>
      <dgm:spPr/>
      <dgm:t>
        <a:bodyPr/>
        <a:lstStyle/>
        <a:p>
          <a:endParaRPr lang="en-US"/>
        </a:p>
      </dgm:t>
    </dgm:pt>
    <dgm:pt modelId="{92328666-A2DE-406F-A48A-9EF6EB4A5862}" type="sibTrans" cxnId="{98C72752-087E-450B-ABED-05CEA7BA2F4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802C72C-3A99-4785-9F25-647D52E12517}">
      <dgm:prSet/>
      <dgm:spPr/>
      <dgm:t>
        <a:bodyPr/>
        <a:lstStyle/>
        <a:p>
          <a:r>
            <a:rPr lang="en-US" b="1" i="1"/>
            <a:t>Develop a time-phased budget</a:t>
          </a:r>
          <a:r>
            <a:rPr lang="en-US" b="1"/>
            <a:t> </a:t>
          </a:r>
          <a:r>
            <a:rPr lang="en-US"/>
            <a:t>(PV).</a:t>
          </a:r>
        </a:p>
      </dgm:t>
    </dgm:pt>
    <dgm:pt modelId="{F1A37700-F14E-441E-BEBC-E2B76D081ACF}" type="parTrans" cxnId="{F7F03E11-980E-412F-96E5-ECF1E01CEB45}">
      <dgm:prSet/>
      <dgm:spPr/>
      <dgm:t>
        <a:bodyPr/>
        <a:lstStyle/>
        <a:p>
          <a:endParaRPr lang="en-US"/>
        </a:p>
      </dgm:t>
    </dgm:pt>
    <dgm:pt modelId="{D8E4CF15-D30E-4EBC-8305-FE440837C94E}" type="sibTrans" cxnId="{F7F03E11-980E-412F-96E5-ECF1E01CEB4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3D8D740-1ACF-4C1A-AB9D-E9607564726D}">
      <dgm:prSet/>
      <dgm:spPr/>
      <dgm:t>
        <a:bodyPr/>
        <a:lstStyle/>
        <a:p>
          <a:r>
            <a:rPr lang="en-US" b="1" i="1"/>
            <a:t>Total the actual costs</a:t>
          </a:r>
          <a:r>
            <a:rPr lang="en-US" b="1"/>
            <a:t> </a:t>
          </a:r>
          <a:r>
            <a:rPr lang="en-US"/>
            <a:t>of doing each task (AC).</a:t>
          </a:r>
        </a:p>
      </dgm:t>
    </dgm:pt>
    <dgm:pt modelId="{6B0F006F-DFFA-409E-8FA6-5195A01830F6}" type="parTrans" cxnId="{1C340282-A5AA-44B3-B1BE-7055498E5367}">
      <dgm:prSet/>
      <dgm:spPr/>
      <dgm:t>
        <a:bodyPr/>
        <a:lstStyle/>
        <a:p>
          <a:endParaRPr lang="en-US"/>
        </a:p>
      </dgm:t>
    </dgm:pt>
    <dgm:pt modelId="{18629C06-7DEF-4BE0-AEAF-50483AE57F73}" type="sibTrans" cxnId="{1C340282-A5AA-44B3-B1BE-7055498E536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1D05E08-7BC3-4521-A09A-6D85B3FC10A0}">
      <dgm:prSet/>
      <dgm:spPr/>
      <dgm:t>
        <a:bodyPr/>
        <a:lstStyle/>
        <a:p>
          <a:r>
            <a:rPr lang="en-US" b="1" i="1"/>
            <a:t>Calculate</a:t>
          </a:r>
          <a:r>
            <a:rPr lang="en-US"/>
            <a:t> both the budget variance (CV) and schedule variance (SV).</a:t>
          </a:r>
        </a:p>
      </dgm:t>
    </dgm:pt>
    <dgm:pt modelId="{116403ED-B664-43EC-B366-90B90256E41B}" type="parTrans" cxnId="{2F3C404B-1225-4A01-B71A-FD254BB9E53A}">
      <dgm:prSet/>
      <dgm:spPr/>
      <dgm:t>
        <a:bodyPr/>
        <a:lstStyle/>
        <a:p>
          <a:endParaRPr lang="en-US"/>
        </a:p>
      </dgm:t>
    </dgm:pt>
    <dgm:pt modelId="{15382FA2-016E-4658-946C-A42867E08F55}" type="sibTrans" cxnId="{2F3C404B-1225-4A01-B71A-FD254BB9E53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2511A82-C6B5-8C46-A236-EA4145E745F1}" type="pres">
      <dgm:prSet presAssocID="{E8C1C360-0D4B-4F67-94F9-D6363FE256C3}" presName="Name0" presStyleCnt="0">
        <dgm:presLayoutVars>
          <dgm:animLvl val="lvl"/>
          <dgm:resizeHandles val="exact"/>
        </dgm:presLayoutVars>
      </dgm:prSet>
      <dgm:spPr/>
    </dgm:pt>
    <dgm:pt modelId="{EB20DA1D-231D-E444-82DB-FCDF73F23D84}" type="pres">
      <dgm:prSet presAssocID="{5CD2757A-A532-4319-A917-4A1B18653D7D}" presName="compositeNode" presStyleCnt="0">
        <dgm:presLayoutVars>
          <dgm:bulletEnabled val="1"/>
        </dgm:presLayoutVars>
      </dgm:prSet>
      <dgm:spPr/>
    </dgm:pt>
    <dgm:pt modelId="{8F87B4C2-8360-D84E-BE5B-615A3A0382C1}" type="pres">
      <dgm:prSet presAssocID="{5CD2757A-A532-4319-A917-4A1B18653D7D}" presName="bgRect" presStyleLbl="bgAccFollowNode1" presStyleIdx="0" presStyleCnt="5"/>
      <dgm:spPr/>
    </dgm:pt>
    <dgm:pt modelId="{3CAB5256-BE0A-1E41-9C8E-89E3C8CAEB05}" type="pres">
      <dgm:prSet presAssocID="{1283EFC4-E363-4628-A4DF-FC9D7DE47442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116BBE62-0249-D642-90A9-0C5E9BB34207}" type="pres">
      <dgm:prSet presAssocID="{5CD2757A-A532-4319-A917-4A1B18653D7D}" presName="bottomLine" presStyleLbl="alignNode1" presStyleIdx="1" presStyleCnt="10">
        <dgm:presLayoutVars/>
      </dgm:prSet>
      <dgm:spPr/>
    </dgm:pt>
    <dgm:pt modelId="{E775AC08-968A-9E46-92A9-17BDFC9C9AF6}" type="pres">
      <dgm:prSet presAssocID="{5CD2757A-A532-4319-A917-4A1B18653D7D}" presName="nodeText" presStyleLbl="bgAccFollowNode1" presStyleIdx="0" presStyleCnt="5">
        <dgm:presLayoutVars>
          <dgm:bulletEnabled val="1"/>
        </dgm:presLayoutVars>
      </dgm:prSet>
      <dgm:spPr/>
    </dgm:pt>
    <dgm:pt modelId="{4C92D5AE-992B-AB44-A289-6F5E3AAB8D6B}" type="pres">
      <dgm:prSet presAssocID="{1283EFC4-E363-4628-A4DF-FC9D7DE47442}" presName="sibTrans" presStyleCnt="0"/>
      <dgm:spPr/>
    </dgm:pt>
    <dgm:pt modelId="{F061D3C0-0ADA-B140-AED3-6712393AAB1A}" type="pres">
      <dgm:prSet presAssocID="{3ECC90AD-E7C5-45E3-9208-536C2D521E35}" presName="compositeNode" presStyleCnt="0">
        <dgm:presLayoutVars>
          <dgm:bulletEnabled val="1"/>
        </dgm:presLayoutVars>
      </dgm:prSet>
      <dgm:spPr/>
    </dgm:pt>
    <dgm:pt modelId="{E0DDC98A-81A2-5D41-8C7A-F4A5ED5B6727}" type="pres">
      <dgm:prSet presAssocID="{3ECC90AD-E7C5-45E3-9208-536C2D521E35}" presName="bgRect" presStyleLbl="bgAccFollowNode1" presStyleIdx="1" presStyleCnt="5"/>
      <dgm:spPr/>
    </dgm:pt>
    <dgm:pt modelId="{C1730D80-2E6E-3C4C-94D5-CB3C8F064014}" type="pres">
      <dgm:prSet presAssocID="{92328666-A2DE-406F-A48A-9EF6EB4A5862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EAB00082-682C-914A-B37B-D882D6E98638}" type="pres">
      <dgm:prSet presAssocID="{3ECC90AD-E7C5-45E3-9208-536C2D521E35}" presName="bottomLine" presStyleLbl="alignNode1" presStyleIdx="3" presStyleCnt="10">
        <dgm:presLayoutVars/>
      </dgm:prSet>
      <dgm:spPr/>
    </dgm:pt>
    <dgm:pt modelId="{3BA1BDC3-7547-DA48-9CC2-BD620BCFECEB}" type="pres">
      <dgm:prSet presAssocID="{3ECC90AD-E7C5-45E3-9208-536C2D521E35}" presName="nodeText" presStyleLbl="bgAccFollowNode1" presStyleIdx="1" presStyleCnt="5">
        <dgm:presLayoutVars>
          <dgm:bulletEnabled val="1"/>
        </dgm:presLayoutVars>
      </dgm:prSet>
      <dgm:spPr/>
    </dgm:pt>
    <dgm:pt modelId="{BB842EA0-7B27-D54C-ADB4-C0F444F93B8C}" type="pres">
      <dgm:prSet presAssocID="{92328666-A2DE-406F-A48A-9EF6EB4A5862}" presName="sibTrans" presStyleCnt="0"/>
      <dgm:spPr/>
    </dgm:pt>
    <dgm:pt modelId="{7C365456-5387-2B46-83FE-7B914937C73B}" type="pres">
      <dgm:prSet presAssocID="{1802C72C-3A99-4785-9F25-647D52E12517}" presName="compositeNode" presStyleCnt="0">
        <dgm:presLayoutVars>
          <dgm:bulletEnabled val="1"/>
        </dgm:presLayoutVars>
      </dgm:prSet>
      <dgm:spPr/>
    </dgm:pt>
    <dgm:pt modelId="{A94F27BD-D666-8147-B3A6-5581B0931171}" type="pres">
      <dgm:prSet presAssocID="{1802C72C-3A99-4785-9F25-647D52E12517}" presName="bgRect" presStyleLbl="bgAccFollowNode1" presStyleIdx="2" presStyleCnt="5"/>
      <dgm:spPr/>
    </dgm:pt>
    <dgm:pt modelId="{517EA75B-260A-6E48-8F9C-624E4F87BBC2}" type="pres">
      <dgm:prSet presAssocID="{D8E4CF15-D30E-4EBC-8305-FE440837C94E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361804B8-9439-4842-98C4-B3BD1D4ED83C}" type="pres">
      <dgm:prSet presAssocID="{1802C72C-3A99-4785-9F25-647D52E12517}" presName="bottomLine" presStyleLbl="alignNode1" presStyleIdx="5" presStyleCnt="10">
        <dgm:presLayoutVars/>
      </dgm:prSet>
      <dgm:spPr/>
    </dgm:pt>
    <dgm:pt modelId="{1D9B2189-47D8-CA45-965B-4EBA56C19973}" type="pres">
      <dgm:prSet presAssocID="{1802C72C-3A99-4785-9F25-647D52E12517}" presName="nodeText" presStyleLbl="bgAccFollowNode1" presStyleIdx="2" presStyleCnt="5">
        <dgm:presLayoutVars>
          <dgm:bulletEnabled val="1"/>
        </dgm:presLayoutVars>
      </dgm:prSet>
      <dgm:spPr/>
    </dgm:pt>
    <dgm:pt modelId="{650F9408-966D-EA44-A611-690D6682DA12}" type="pres">
      <dgm:prSet presAssocID="{D8E4CF15-D30E-4EBC-8305-FE440837C94E}" presName="sibTrans" presStyleCnt="0"/>
      <dgm:spPr/>
    </dgm:pt>
    <dgm:pt modelId="{33CAC495-DFB4-5A4C-B402-F53907DB36B2}" type="pres">
      <dgm:prSet presAssocID="{C3D8D740-1ACF-4C1A-AB9D-E9607564726D}" presName="compositeNode" presStyleCnt="0">
        <dgm:presLayoutVars>
          <dgm:bulletEnabled val="1"/>
        </dgm:presLayoutVars>
      </dgm:prSet>
      <dgm:spPr/>
    </dgm:pt>
    <dgm:pt modelId="{C4639595-E30C-654A-BAAD-D00DEF915F38}" type="pres">
      <dgm:prSet presAssocID="{C3D8D740-1ACF-4C1A-AB9D-E9607564726D}" presName="bgRect" presStyleLbl="bgAccFollowNode1" presStyleIdx="3" presStyleCnt="5"/>
      <dgm:spPr/>
    </dgm:pt>
    <dgm:pt modelId="{A0322807-9751-DD4E-8618-3CDDF0AAD476}" type="pres">
      <dgm:prSet presAssocID="{18629C06-7DEF-4BE0-AEAF-50483AE57F7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BAB389D6-9DAE-7240-8EF6-C9BE99ED3805}" type="pres">
      <dgm:prSet presAssocID="{C3D8D740-1ACF-4C1A-AB9D-E9607564726D}" presName="bottomLine" presStyleLbl="alignNode1" presStyleIdx="7" presStyleCnt="10">
        <dgm:presLayoutVars/>
      </dgm:prSet>
      <dgm:spPr/>
    </dgm:pt>
    <dgm:pt modelId="{15DFF32B-41C7-A845-9B8C-373B10335A27}" type="pres">
      <dgm:prSet presAssocID="{C3D8D740-1ACF-4C1A-AB9D-E9607564726D}" presName="nodeText" presStyleLbl="bgAccFollowNode1" presStyleIdx="3" presStyleCnt="5">
        <dgm:presLayoutVars>
          <dgm:bulletEnabled val="1"/>
        </dgm:presLayoutVars>
      </dgm:prSet>
      <dgm:spPr/>
    </dgm:pt>
    <dgm:pt modelId="{E7267760-D8B8-334C-9AA0-498FEF0A4DCB}" type="pres">
      <dgm:prSet presAssocID="{18629C06-7DEF-4BE0-AEAF-50483AE57F73}" presName="sibTrans" presStyleCnt="0"/>
      <dgm:spPr/>
    </dgm:pt>
    <dgm:pt modelId="{443E9D5B-68D1-2A41-BAB1-A42CEFCB32AF}" type="pres">
      <dgm:prSet presAssocID="{F1D05E08-7BC3-4521-A09A-6D85B3FC10A0}" presName="compositeNode" presStyleCnt="0">
        <dgm:presLayoutVars>
          <dgm:bulletEnabled val="1"/>
        </dgm:presLayoutVars>
      </dgm:prSet>
      <dgm:spPr/>
    </dgm:pt>
    <dgm:pt modelId="{8D998D26-77A8-4F44-B3E3-D76F7CE0E047}" type="pres">
      <dgm:prSet presAssocID="{F1D05E08-7BC3-4521-A09A-6D85B3FC10A0}" presName="bgRect" presStyleLbl="bgAccFollowNode1" presStyleIdx="4" presStyleCnt="5"/>
      <dgm:spPr/>
    </dgm:pt>
    <dgm:pt modelId="{9274C4F0-9270-A143-B6C8-3C19C4E9CF75}" type="pres">
      <dgm:prSet presAssocID="{15382FA2-016E-4658-946C-A42867E08F5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F1ACAE92-87CF-C141-AF96-93B10C1297CF}" type="pres">
      <dgm:prSet presAssocID="{F1D05E08-7BC3-4521-A09A-6D85B3FC10A0}" presName="bottomLine" presStyleLbl="alignNode1" presStyleIdx="9" presStyleCnt="10">
        <dgm:presLayoutVars/>
      </dgm:prSet>
      <dgm:spPr/>
    </dgm:pt>
    <dgm:pt modelId="{B38A32CF-4FF7-A146-9BC3-A67C07399CE9}" type="pres">
      <dgm:prSet presAssocID="{F1D05E08-7BC3-4521-A09A-6D85B3FC10A0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F7F03E11-980E-412F-96E5-ECF1E01CEB45}" srcId="{E8C1C360-0D4B-4F67-94F9-D6363FE256C3}" destId="{1802C72C-3A99-4785-9F25-647D52E12517}" srcOrd="2" destOrd="0" parTransId="{F1A37700-F14E-441E-BEBC-E2B76D081ACF}" sibTransId="{D8E4CF15-D30E-4EBC-8305-FE440837C94E}"/>
    <dgm:cxn modelId="{13B67D26-54B0-3749-8365-1439675CAEA8}" type="presOf" srcId="{1802C72C-3A99-4785-9F25-647D52E12517}" destId="{1D9B2189-47D8-CA45-965B-4EBA56C19973}" srcOrd="1" destOrd="0" presId="urn:microsoft.com/office/officeart/2016/7/layout/BasicLinearProcessNumbered"/>
    <dgm:cxn modelId="{59023E31-DCC4-2049-9372-0B7799E4F5BD}" type="presOf" srcId="{1802C72C-3A99-4785-9F25-647D52E12517}" destId="{A94F27BD-D666-8147-B3A6-5581B0931171}" srcOrd="0" destOrd="0" presId="urn:microsoft.com/office/officeart/2016/7/layout/BasicLinearProcessNumbered"/>
    <dgm:cxn modelId="{84856435-D1EC-2C47-982D-6643092A20A1}" type="presOf" srcId="{5CD2757A-A532-4319-A917-4A1B18653D7D}" destId="{8F87B4C2-8360-D84E-BE5B-615A3A0382C1}" srcOrd="0" destOrd="0" presId="urn:microsoft.com/office/officeart/2016/7/layout/BasicLinearProcessNumbered"/>
    <dgm:cxn modelId="{2F3C404B-1225-4A01-B71A-FD254BB9E53A}" srcId="{E8C1C360-0D4B-4F67-94F9-D6363FE256C3}" destId="{F1D05E08-7BC3-4521-A09A-6D85B3FC10A0}" srcOrd="4" destOrd="0" parTransId="{116403ED-B664-43EC-B366-90B90256E41B}" sibTransId="{15382FA2-016E-4658-946C-A42867E08F55}"/>
    <dgm:cxn modelId="{7A960070-1EF1-3648-B9BA-3E44467DC6BB}" type="presOf" srcId="{92328666-A2DE-406F-A48A-9EF6EB4A5862}" destId="{C1730D80-2E6E-3C4C-94D5-CB3C8F064014}" srcOrd="0" destOrd="0" presId="urn:microsoft.com/office/officeart/2016/7/layout/BasicLinearProcessNumbered"/>
    <dgm:cxn modelId="{B7408571-C189-3D46-9FD5-441AE424C661}" type="presOf" srcId="{18629C06-7DEF-4BE0-AEAF-50483AE57F73}" destId="{A0322807-9751-DD4E-8618-3CDDF0AAD476}" srcOrd="0" destOrd="0" presId="urn:microsoft.com/office/officeart/2016/7/layout/BasicLinearProcessNumbered"/>
    <dgm:cxn modelId="{98C72752-087E-450B-ABED-05CEA7BA2F46}" srcId="{E8C1C360-0D4B-4F67-94F9-D6363FE256C3}" destId="{3ECC90AD-E7C5-45E3-9208-536C2D521E35}" srcOrd="1" destOrd="0" parTransId="{FAE9A619-23E1-4A54-A219-FA108CA2DDA9}" sibTransId="{92328666-A2DE-406F-A48A-9EF6EB4A5862}"/>
    <dgm:cxn modelId="{1D7BFA52-0CC4-3C46-B19E-A810DF9697F4}" type="presOf" srcId="{C3D8D740-1ACF-4C1A-AB9D-E9607564726D}" destId="{15DFF32B-41C7-A845-9B8C-373B10335A27}" srcOrd="1" destOrd="0" presId="urn:microsoft.com/office/officeart/2016/7/layout/BasicLinearProcessNumbered"/>
    <dgm:cxn modelId="{68B80955-6410-4749-ACED-6E6E6C6D0D2D}" type="presOf" srcId="{F1D05E08-7BC3-4521-A09A-6D85B3FC10A0}" destId="{B38A32CF-4FF7-A146-9BC3-A67C07399CE9}" srcOrd="1" destOrd="0" presId="urn:microsoft.com/office/officeart/2016/7/layout/BasicLinearProcessNumbered"/>
    <dgm:cxn modelId="{D1937E7B-031B-B24D-8D79-05EC4A2DA455}" type="presOf" srcId="{C3D8D740-1ACF-4C1A-AB9D-E9607564726D}" destId="{C4639595-E30C-654A-BAAD-D00DEF915F38}" srcOrd="0" destOrd="0" presId="urn:microsoft.com/office/officeart/2016/7/layout/BasicLinearProcessNumbered"/>
    <dgm:cxn modelId="{1C340282-A5AA-44B3-B1BE-7055498E5367}" srcId="{E8C1C360-0D4B-4F67-94F9-D6363FE256C3}" destId="{C3D8D740-1ACF-4C1A-AB9D-E9607564726D}" srcOrd="3" destOrd="0" parTransId="{6B0F006F-DFFA-409E-8FA6-5195A01830F6}" sibTransId="{18629C06-7DEF-4BE0-AEAF-50483AE57F73}"/>
    <dgm:cxn modelId="{AB6D9B88-8477-2C46-9D45-DCEC0ABC7B89}" type="presOf" srcId="{E8C1C360-0D4B-4F67-94F9-D6363FE256C3}" destId="{C2511A82-C6B5-8C46-A236-EA4145E745F1}" srcOrd="0" destOrd="0" presId="urn:microsoft.com/office/officeart/2016/7/layout/BasicLinearProcessNumbered"/>
    <dgm:cxn modelId="{1916B09A-C2F8-D343-AA86-0CFA75D4618B}" type="presOf" srcId="{5CD2757A-A532-4319-A917-4A1B18653D7D}" destId="{E775AC08-968A-9E46-92A9-17BDFC9C9AF6}" srcOrd="1" destOrd="0" presId="urn:microsoft.com/office/officeart/2016/7/layout/BasicLinearProcessNumbered"/>
    <dgm:cxn modelId="{535003B1-5768-744E-883F-01FE4875FF3F}" type="presOf" srcId="{F1D05E08-7BC3-4521-A09A-6D85B3FC10A0}" destId="{8D998D26-77A8-4F44-B3E3-D76F7CE0E047}" srcOrd="0" destOrd="0" presId="urn:microsoft.com/office/officeart/2016/7/layout/BasicLinearProcessNumbered"/>
    <dgm:cxn modelId="{7065E3B4-D590-C444-8190-D584BA04E452}" type="presOf" srcId="{1283EFC4-E363-4628-A4DF-FC9D7DE47442}" destId="{3CAB5256-BE0A-1E41-9C8E-89E3C8CAEB05}" srcOrd="0" destOrd="0" presId="urn:microsoft.com/office/officeart/2016/7/layout/BasicLinearProcessNumbered"/>
    <dgm:cxn modelId="{E8CE0BBD-7392-AE47-8D0F-5CDF97E9A6BF}" type="presOf" srcId="{D8E4CF15-D30E-4EBC-8305-FE440837C94E}" destId="{517EA75B-260A-6E48-8F9C-624E4F87BBC2}" srcOrd="0" destOrd="0" presId="urn:microsoft.com/office/officeart/2016/7/layout/BasicLinearProcessNumbered"/>
    <dgm:cxn modelId="{92AE75C0-DAE3-A64C-A15C-646E28567DD8}" type="presOf" srcId="{3ECC90AD-E7C5-45E3-9208-536C2D521E35}" destId="{E0DDC98A-81A2-5D41-8C7A-F4A5ED5B6727}" srcOrd="0" destOrd="0" presId="urn:microsoft.com/office/officeart/2016/7/layout/BasicLinearProcessNumbered"/>
    <dgm:cxn modelId="{F8849BD5-DC35-1741-AC4A-83AE263EEF78}" type="presOf" srcId="{15382FA2-016E-4658-946C-A42867E08F55}" destId="{9274C4F0-9270-A143-B6C8-3C19C4E9CF75}" srcOrd="0" destOrd="0" presId="urn:microsoft.com/office/officeart/2016/7/layout/BasicLinearProcessNumbered"/>
    <dgm:cxn modelId="{43992AE3-AF9E-264C-9B09-BDF9BDB336AA}" type="presOf" srcId="{3ECC90AD-E7C5-45E3-9208-536C2D521E35}" destId="{3BA1BDC3-7547-DA48-9CC2-BD620BCFECEB}" srcOrd="1" destOrd="0" presId="urn:microsoft.com/office/officeart/2016/7/layout/BasicLinearProcessNumbered"/>
    <dgm:cxn modelId="{495576F0-FEB7-4241-A2D7-8FB4A3A93BA1}" srcId="{E8C1C360-0D4B-4F67-94F9-D6363FE256C3}" destId="{5CD2757A-A532-4319-A917-4A1B18653D7D}" srcOrd="0" destOrd="0" parTransId="{34FB9F87-45A3-429C-BAAA-7E974FD7B6C5}" sibTransId="{1283EFC4-E363-4628-A4DF-FC9D7DE47442}"/>
    <dgm:cxn modelId="{27745D8C-6217-9D48-8F39-B6F53D0F670D}" type="presParOf" srcId="{C2511A82-C6B5-8C46-A236-EA4145E745F1}" destId="{EB20DA1D-231D-E444-82DB-FCDF73F23D84}" srcOrd="0" destOrd="0" presId="urn:microsoft.com/office/officeart/2016/7/layout/BasicLinearProcessNumbered"/>
    <dgm:cxn modelId="{C96142B9-36DB-454E-858E-8FCB9037829A}" type="presParOf" srcId="{EB20DA1D-231D-E444-82DB-FCDF73F23D84}" destId="{8F87B4C2-8360-D84E-BE5B-615A3A0382C1}" srcOrd="0" destOrd="0" presId="urn:microsoft.com/office/officeart/2016/7/layout/BasicLinearProcessNumbered"/>
    <dgm:cxn modelId="{FC965BEF-60C0-834A-B316-0DFB703C7D98}" type="presParOf" srcId="{EB20DA1D-231D-E444-82DB-FCDF73F23D84}" destId="{3CAB5256-BE0A-1E41-9C8E-89E3C8CAEB05}" srcOrd="1" destOrd="0" presId="urn:microsoft.com/office/officeart/2016/7/layout/BasicLinearProcessNumbered"/>
    <dgm:cxn modelId="{7CA9C33A-17BA-2249-BC66-55BBA16221E9}" type="presParOf" srcId="{EB20DA1D-231D-E444-82DB-FCDF73F23D84}" destId="{116BBE62-0249-D642-90A9-0C5E9BB34207}" srcOrd="2" destOrd="0" presId="urn:microsoft.com/office/officeart/2016/7/layout/BasicLinearProcessNumbered"/>
    <dgm:cxn modelId="{BE420DBC-CD90-C642-98B1-0A16C07C078E}" type="presParOf" srcId="{EB20DA1D-231D-E444-82DB-FCDF73F23D84}" destId="{E775AC08-968A-9E46-92A9-17BDFC9C9AF6}" srcOrd="3" destOrd="0" presId="urn:microsoft.com/office/officeart/2016/7/layout/BasicLinearProcessNumbered"/>
    <dgm:cxn modelId="{803D1A54-0305-9844-A029-EDC7FCFB11A1}" type="presParOf" srcId="{C2511A82-C6B5-8C46-A236-EA4145E745F1}" destId="{4C92D5AE-992B-AB44-A289-6F5E3AAB8D6B}" srcOrd="1" destOrd="0" presId="urn:microsoft.com/office/officeart/2016/7/layout/BasicLinearProcessNumbered"/>
    <dgm:cxn modelId="{D0E20D41-7E73-8A4E-A8B4-C20D26D02983}" type="presParOf" srcId="{C2511A82-C6B5-8C46-A236-EA4145E745F1}" destId="{F061D3C0-0ADA-B140-AED3-6712393AAB1A}" srcOrd="2" destOrd="0" presId="urn:microsoft.com/office/officeart/2016/7/layout/BasicLinearProcessNumbered"/>
    <dgm:cxn modelId="{37CD0C2C-1C05-264A-81BB-4E638526D513}" type="presParOf" srcId="{F061D3C0-0ADA-B140-AED3-6712393AAB1A}" destId="{E0DDC98A-81A2-5D41-8C7A-F4A5ED5B6727}" srcOrd="0" destOrd="0" presId="urn:microsoft.com/office/officeart/2016/7/layout/BasicLinearProcessNumbered"/>
    <dgm:cxn modelId="{1B49F945-371B-6A4C-B253-7BE0DF1ADFC0}" type="presParOf" srcId="{F061D3C0-0ADA-B140-AED3-6712393AAB1A}" destId="{C1730D80-2E6E-3C4C-94D5-CB3C8F064014}" srcOrd="1" destOrd="0" presId="urn:microsoft.com/office/officeart/2016/7/layout/BasicLinearProcessNumbered"/>
    <dgm:cxn modelId="{8F560009-548C-644B-BD6A-D6169D081BDE}" type="presParOf" srcId="{F061D3C0-0ADA-B140-AED3-6712393AAB1A}" destId="{EAB00082-682C-914A-B37B-D882D6E98638}" srcOrd="2" destOrd="0" presId="urn:microsoft.com/office/officeart/2016/7/layout/BasicLinearProcessNumbered"/>
    <dgm:cxn modelId="{CB4CF5B7-2DB6-914C-8D8A-3A6F847E3313}" type="presParOf" srcId="{F061D3C0-0ADA-B140-AED3-6712393AAB1A}" destId="{3BA1BDC3-7547-DA48-9CC2-BD620BCFECEB}" srcOrd="3" destOrd="0" presId="urn:microsoft.com/office/officeart/2016/7/layout/BasicLinearProcessNumbered"/>
    <dgm:cxn modelId="{F24528AB-2273-C940-885E-1B4FFCD5C2D2}" type="presParOf" srcId="{C2511A82-C6B5-8C46-A236-EA4145E745F1}" destId="{BB842EA0-7B27-D54C-ADB4-C0F444F93B8C}" srcOrd="3" destOrd="0" presId="urn:microsoft.com/office/officeart/2016/7/layout/BasicLinearProcessNumbered"/>
    <dgm:cxn modelId="{A1EBEBCE-4FDE-0748-9914-8CF3F84DEE49}" type="presParOf" srcId="{C2511A82-C6B5-8C46-A236-EA4145E745F1}" destId="{7C365456-5387-2B46-83FE-7B914937C73B}" srcOrd="4" destOrd="0" presId="urn:microsoft.com/office/officeart/2016/7/layout/BasicLinearProcessNumbered"/>
    <dgm:cxn modelId="{91BCDE34-8C08-D040-AC77-429831055644}" type="presParOf" srcId="{7C365456-5387-2B46-83FE-7B914937C73B}" destId="{A94F27BD-D666-8147-B3A6-5581B0931171}" srcOrd="0" destOrd="0" presId="urn:microsoft.com/office/officeart/2016/7/layout/BasicLinearProcessNumbered"/>
    <dgm:cxn modelId="{D6F87CCD-CC69-8F40-9BCF-92F7F3B8179F}" type="presParOf" srcId="{7C365456-5387-2B46-83FE-7B914937C73B}" destId="{517EA75B-260A-6E48-8F9C-624E4F87BBC2}" srcOrd="1" destOrd="0" presId="urn:microsoft.com/office/officeart/2016/7/layout/BasicLinearProcessNumbered"/>
    <dgm:cxn modelId="{3918F34B-207B-1942-9EAC-3701D7EDE642}" type="presParOf" srcId="{7C365456-5387-2B46-83FE-7B914937C73B}" destId="{361804B8-9439-4842-98C4-B3BD1D4ED83C}" srcOrd="2" destOrd="0" presId="urn:microsoft.com/office/officeart/2016/7/layout/BasicLinearProcessNumbered"/>
    <dgm:cxn modelId="{5A101450-27BF-FB48-9DAB-9D3BB788EF46}" type="presParOf" srcId="{7C365456-5387-2B46-83FE-7B914937C73B}" destId="{1D9B2189-47D8-CA45-965B-4EBA56C19973}" srcOrd="3" destOrd="0" presId="urn:microsoft.com/office/officeart/2016/7/layout/BasicLinearProcessNumbered"/>
    <dgm:cxn modelId="{61E7D974-189F-0742-B76A-2D3947CEB6E1}" type="presParOf" srcId="{C2511A82-C6B5-8C46-A236-EA4145E745F1}" destId="{650F9408-966D-EA44-A611-690D6682DA12}" srcOrd="5" destOrd="0" presId="urn:microsoft.com/office/officeart/2016/7/layout/BasicLinearProcessNumbered"/>
    <dgm:cxn modelId="{BCE74BE1-E1E2-8049-9FE9-86540FD215B4}" type="presParOf" srcId="{C2511A82-C6B5-8C46-A236-EA4145E745F1}" destId="{33CAC495-DFB4-5A4C-B402-F53907DB36B2}" srcOrd="6" destOrd="0" presId="urn:microsoft.com/office/officeart/2016/7/layout/BasicLinearProcessNumbered"/>
    <dgm:cxn modelId="{255DA694-DD7D-864E-90DC-31409353F466}" type="presParOf" srcId="{33CAC495-DFB4-5A4C-B402-F53907DB36B2}" destId="{C4639595-E30C-654A-BAAD-D00DEF915F38}" srcOrd="0" destOrd="0" presId="urn:microsoft.com/office/officeart/2016/7/layout/BasicLinearProcessNumbered"/>
    <dgm:cxn modelId="{25EE517E-DE31-9645-86F2-16044D7243A6}" type="presParOf" srcId="{33CAC495-DFB4-5A4C-B402-F53907DB36B2}" destId="{A0322807-9751-DD4E-8618-3CDDF0AAD476}" srcOrd="1" destOrd="0" presId="urn:microsoft.com/office/officeart/2016/7/layout/BasicLinearProcessNumbered"/>
    <dgm:cxn modelId="{D2C0A6EE-E299-7946-A0C5-06DB61CCDCAE}" type="presParOf" srcId="{33CAC495-DFB4-5A4C-B402-F53907DB36B2}" destId="{BAB389D6-9DAE-7240-8EF6-C9BE99ED3805}" srcOrd="2" destOrd="0" presId="urn:microsoft.com/office/officeart/2016/7/layout/BasicLinearProcessNumbered"/>
    <dgm:cxn modelId="{30B300D1-77F8-4D4E-9C32-8B515D11CC9A}" type="presParOf" srcId="{33CAC495-DFB4-5A4C-B402-F53907DB36B2}" destId="{15DFF32B-41C7-A845-9B8C-373B10335A27}" srcOrd="3" destOrd="0" presId="urn:microsoft.com/office/officeart/2016/7/layout/BasicLinearProcessNumbered"/>
    <dgm:cxn modelId="{2490DD83-B877-1C40-9A54-251B99AE91D4}" type="presParOf" srcId="{C2511A82-C6B5-8C46-A236-EA4145E745F1}" destId="{E7267760-D8B8-334C-9AA0-498FEF0A4DCB}" srcOrd="7" destOrd="0" presId="urn:microsoft.com/office/officeart/2016/7/layout/BasicLinearProcessNumbered"/>
    <dgm:cxn modelId="{5A76B27B-23AA-6E4B-9A49-2DB68ACF5D63}" type="presParOf" srcId="{C2511A82-C6B5-8C46-A236-EA4145E745F1}" destId="{443E9D5B-68D1-2A41-BAB1-A42CEFCB32AF}" srcOrd="8" destOrd="0" presId="urn:microsoft.com/office/officeart/2016/7/layout/BasicLinearProcessNumbered"/>
    <dgm:cxn modelId="{FEF94A54-B8EB-6D4A-A903-219726009270}" type="presParOf" srcId="{443E9D5B-68D1-2A41-BAB1-A42CEFCB32AF}" destId="{8D998D26-77A8-4F44-B3E3-D76F7CE0E047}" srcOrd="0" destOrd="0" presId="urn:microsoft.com/office/officeart/2016/7/layout/BasicLinearProcessNumbered"/>
    <dgm:cxn modelId="{CF711E87-0052-0347-8EA7-BF218EC1715E}" type="presParOf" srcId="{443E9D5B-68D1-2A41-BAB1-A42CEFCB32AF}" destId="{9274C4F0-9270-A143-B6C8-3C19C4E9CF75}" srcOrd="1" destOrd="0" presId="urn:microsoft.com/office/officeart/2016/7/layout/BasicLinearProcessNumbered"/>
    <dgm:cxn modelId="{35A52A94-B5C8-944F-9584-96233E3A8251}" type="presParOf" srcId="{443E9D5B-68D1-2A41-BAB1-A42CEFCB32AF}" destId="{F1ACAE92-87CF-C141-AF96-93B10C1297CF}" srcOrd="2" destOrd="0" presId="urn:microsoft.com/office/officeart/2016/7/layout/BasicLinearProcessNumbered"/>
    <dgm:cxn modelId="{3F8717CB-63BF-6F41-B0C0-1E24277481C0}" type="presParOf" srcId="{443E9D5B-68D1-2A41-BAB1-A42CEFCB32AF}" destId="{B38A32CF-4FF7-A146-9BC3-A67C07399CE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C33C27-E601-40E6-8A9B-F89024A46DA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4D115C7-B1BE-4572-B317-4A55BDFB26BA}">
      <dgm:prSet/>
      <dgm:spPr/>
      <dgm:t>
        <a:bodyPr/>
        <a:lstStyle/>
        <a:p>
          <a:r>
            <a:rPr lang="en-US"/>
            <a:t>Gathering</a:t>
          </a:r>
        </a:p>
      </dgm:t>
    </dgm:pt>
    <dgm:pt modelId="{275208F0-FA3F-4356-8EC7-300758E4FF30}" type="parTrans" cxnId="{657E4BE3-E1D9-40CE-8FF7-C357F752964D}">
      <dgm:prSet/>
      <dgm:spPr/>
      <dgm:t>
        <a:bodyPr/>
        <a:lstStyle/>
        <a:p>
          <a:endParaRPr lang="en-US"/>
        </a:p>
      </dgm:t>
    </dgm:pt>
    <dgm:pt modelId="{6F3223B1-3787-46DC-BFDB-49F4E66F32AB}" type="sibTrans" cxnId="{657E4BE3-E1D9-40CE-8FF7-C357F752964D}">
      <dgm:prSet/>
      <dgm:spPr/>
      <dgm:t>
        <a:bodyPr/>
        <a:lstStyle/>
        <a:p>
          <a:endParaRPr lang="en-US"/>
        </a:p>
      </dgm:t>
    </dgm:pt>
    <dgm:pt modelId="{564B3B8B-EFF6-4740-A857-7C9DB6D4BC0F}">
      <dgm:prSet/>
      <dgm:spPr/>
      <dgm:t>
        <a:bodyPr/>
        <a:lstStyle/>
        <a:p>
          <a:r>
            <a:rPr lang="en-US"/>
            <a:t>Gathering candidate ideas for investment from various sources (internal and external)</a:t>
          </a:r>
        </a:p>
      </dgm:t>
    </dgm:pt>
    <dgm:pt modelId="{FF537916-954B-4B11-848D-AB6C2F4CB36B}" type="parTrans" cxnId="{69957ADE-422A-4DA6-8974-CBAD59047BFF}">
      <dgm:prSet/>
      <dgm:spPr/>
      <dgm:t>
        <a:bodyPr/>
        <a:lstStyle/>
        <a:p>
          <a:endParaRPr lang="en-US"/>
        </a:p>
      </dgm:t>
    </dgm:pt>
    <dgm:pt modelId="{4DBF8E85-E7ED-4072-81CA-F1E1C2989A24}" type="sibTrans" cxnId="{69957ADE-422A-4DA6-8974-CBAD59047BFF}">
      <dgm:prSet/>
      <dgm:spPr/>
      <dgm:t>
        <a:bodyPr/>
        <a:lstStyle/>
        <a:p>
          <a:endParaRPr lang="en-US"/>
        </a:p>
      </dgm:t>
    </dgm:pt>
    <dgm:pt modelId="{047443ED-1092-4973-B94F-80F7A7271DCA}">
      <dgm:prSet/>
      <dgm:spPr/>
      <dgm:t>
        <a:bodyPr/>
        <a:lstStyle/>
        <a:p>
          <a:r>
            <a:rPr lang="en-US"/>
            <a:t>Considering</a:t>
          </a:r>
        </a:p>
      </dgm:t>
    </dgm:pt>
    <dgm:pt modelId="{F3C6D2F2-B396-4713-A0E0-8C7B72BD8F06}" type="parTrans" cxnId="{736657F4-D1DF-428A-A685-BF7410816E5A}">
      <dgm:prSet/>
      <dgm:spPr/>
      <dgm:t>
        <a:bodyPr/>
        <a:lstStyle/>
        <a:p>
          <a:endParaRPr lang="en-US"/>
        </a:p>
      </dgm:t>
    </dgm:pt>
    <dgm:pt modelId="{1B1B7C2C-1835-4477-AE53-E32935975608}" type="sibTrans" cxnId="{736657F4-D1DF-428A-A685-BF7410816E5A}">
      <dgm:prSet/>
      <dgm:spPr/>
      <dgm:t>
        <a:bodyPr/>
        <a:lstStyle/>
        <a:p>
          <a:endParaRPr lang="en-US"/>
        </a:p>
      </dgm:t>
    </dgm:pt>
    <dgm:pt modelId="{967C8E02-6002-4B3E-AC18-4AD3C773E84D}">
      <dgm:prSet/>
      <dgm:spPr/>
      <dgm:t>
        <a:bodyPr/>
        <a:lstStyle/>
        <a:p>
          <a:r>
            <a:rPr lang="en-US"/>
            <a:t>Considering candidate and approved projects based upon an analytic decision-making framework</a:t>
          </a:r>
        </a:p>
      </dgm:t>
    </dgm:pt>
    <dgm:pt modelId="{AE654193-4C70-47F8-BAF1-F997BD6A3CB3}" type="parTrans" cxnId="{EBCB6425-FEC4-4A46-97DD-4F51018F1E36}">
      <dgm:prSet/>
      <dgm:spPr/>
      <dgm:t>
        <a:bodyPr/>
        <a:lstStyle/>
        <a:p>
          <a:endParaRPr lang="en-US"/>
        </a:p>
      </dgm:t>
    </dgm:pt>
    <dgm:pt modelId="{10C61467-D0F2-4B75-99E5-9D7E32DD07F1}" type="sibTrans" cxnId="{EBCB6425-FEC4-4A46-97DD-4F51018F1E36}">
      <dgm:prSet/>
      <dgm:spPr/>
      <dgm:t>
        <a:bodyPr/>
        <a:lstStyle/>
        <a:p>
          <a:endParaRPr lang="en-US"/>
        </a:p>
      </dgm:t>
    </dgm:pt>
    <dgm:pt modelId="{CD31301D-8BAA-4ECC-B429-0A9DF07FA2A3}">
      <dgm:prSet/>
      <dgm:spPr/>
      <dgm:t>
        <a:bodyPr/>
        <a:lstStyle/>
        <a:p>
          <a:r>
            <a:rPr lang="en-US"/>
            <a:t>Choosing</a:t>
          </a:r>
        </a:p>
      </dgm:t>
    </dgm:pt>
    <dgm:pt modelId="{BE0D8392-C229-48B8-A7ED-CF43B613813C}" type="parTrans" cxnId="{2E8FD9C1-9E3A-4203-B4F7-EBDE988BBE4A}">
      <dgm:prSet/>
      <dgm:spPr/>
      <dgm:t>
        <a:bodyPr/>
        <a:lstStyle/>
        <a:p>
          <a:endParaRPr lang="en-US"/>
        </a:p>
      </dgm:t>
    </dgm:pt>
    <dgm:pt modelId="{D87E864D-BC8C-46AA-BB18-596315D23396}" type="sibTrans" cxnId="{2E8FD9C1-9E3A-4203-B4F7-EBDE988BBE4A}">
      <dgm:prSet/>
      <dgm:spPr/>
      <dgm:t>
        <a:bodyPr/>
        <a:lstStyle/>
        <a:p>
          <a:endParaRPr lang="en-US"/>
        </a:p>
      </dgm:t>
    </dgm:pt>
    <dgm:pt modelId="{9E4630CC-7C77-4EF6-A5E5-E95E766B26D2}">
      <dgm:prSet/>
      <dgm:spPr/>
      <dgm:t>
        <a:bodyPr/>
        <a:lstStyle/>
        <a:p>
          <a:r>
            <a:rPr lang="en-US"/>
            <a:t>Choosing highly ranked projects that together meet constraints for budget and resources.</a:t>
          </a:r>
        </a:p>
      </dgm:t>
    </dgm:pt>
    <dgm:pt modelId="{5C085B32-06F9-4872-81F9-AFBC95C96BB1}" type="parTrans" cxnId="{40A42350-545D-4306-92F7-B9FE48E286E9}">
      <dgm:prSet/>
      <dgm:spPr/>
      <dgm:t>
        <a:bodyPr/>
        <a:lstStyle/>
        <a:p>
          <a:endParaRPr lang="en-US"/>
        </a:p>
      </dgm:t>
    </dgm:pt>
    <dgm:pt modelId="{D78C7D77-FDA2-4BE0-B479-6DDCA0D103A4}" type="sibTrans" cxnId="{40A42350-545D-4306-92F7-B9FE48E286E9}">
      <dgm:prSet/>
      <dgm:spPr/>
      <dgm:t>
        <a:bodyPr/>
        <a:lstStyle/>
        <a:p>
          <a:endParaRPr lang="en-US"/>
        </a:p>
      </dgm:t>
    </dgm:pt>
    <dgm:pt modelId="{CAB01F02-9AE8-49C1-801C-BC838FFA50E4}">
      <dgm:prSet/>
      <dgm:spPr/>
      <dgm:t>
        <a:bodyPr/>
        <a:lstStyle/>
        <a:p>
          <a:r>
            <a:rPr lang="en-US"/>
            <a:t>Reporting</a:t>
          </a:r>
        </a:p>
      </dgm:t>
    </dgm:pt>
    <dgm:pt modelId="{86816D0A-4762-420D-946E-D8908DC666FA}" type="parTrans" cxnId="{CB9C5B06-CB0F-4BC5-AB79-8776ABB9918E}">
      <dgm:prSet/>
      <dgm:spPr/>
      <dgm:t>
        <a:bodyPr/>
        <a:lstStyle/>
        <a:p>
          <a:endParaRPr lang="en-US"/>
        </a:p>
      </dgm:t>
    </dgm:pt>
    <dgm:pt modelId="{70EB9B17-C9F8-4404-943E-E571B253E586}" type="sibTrans" cxnId="{CB9C5B06-CB0F-4BC5-AB79-8776ABB9918E}">
      <dgm:prSet/>
      <dgm:spPr/>
      <dgm:t>
        <a:bodyPr/>
        <a:lstStyle/>
        <a:p>
          <a:endParaRPr lang="en-US"/>
        </a:p>
      </dgm:t>
    </dgm:pt>
    <dgm:pt modelId="{623C64E5-A392-41E3-9FDB-31C56F596183}">
      <dgm:prSet/>
      <dgm:spPr/>
      <dgm:t>
        <a:bodyPr/>
        <a:lstStyle/>
        <a:p>
          <a:r>
            <a:rPr lang="en-US"/>
            <a:t>Reporting on changes, progress, and results in the portfolio</a:t>
          </a:r>
        </a:p>
      </dgm:t>
    </dgm:pt>
    <dgm:pt modelId="{8543DF37-2445-47B6-9A0D-3F3D07EAEA4E}" type="parTrans" cxnId="{E782F34C-B45C-48FA-BB0F-B97E055E5B1D}">
      <dgm:prSet/>
      <dgm:spPr/>
      <dgm:t>
        <a:bodyPr/>
        <a:lstStyle/>
        <a:p>
          <a:endParaRPr lang="en-US"/>
        </a:p>
      </dgm:t>
    </dgm:pt>
    <dgm:pt modelId="{94DD2B45-F575-4C41-81E9-1097E1413190}" type="sibTrans" cxnId="{E782F34C-B45C-48FA-BB0F-B97E055E5B1D}">
      <dgm:prSet/>
      <dgm:spPr/>
      <dgm:t>
        <a:bodyPr/>
        <a:lstStyle/>
        <a:p>
          <a:endParaRPr lang="en-US"/>
        </a:p>
      </dgm:t>
    </dgm:pt>
    <dgm:pt modelId="{67BE032B-FB34-4910-8894-6C034C87C423}">
      <dgm:prSet/>
      <dgm:spPr/>
      <dgm:t>
        <a:bodyPr/>
        <a:lstStyle/>
        <a:p>
          <a:r>
            <a:rPr lang="en-US"/>
            <a:t>Reconsidering</a:t>
          </a:r>
        </a:p>
      </dgm:t>
    </dgm:pt>
    <dgm:pt modelId="{43F8539C-8AC4-4BC2-B5B7-0479EBD104F9}" type="parTrans" cxnId="{CDB09B65-9BD7-4610-B4F1-C3614396BB12}">
      <dgm:prSet/>
      <dgm:spPr/>
      <dgm:t>
        <a:bodyPr/>
        <a:lstStyle/>
        <a:p>
          <a:endParaRPr lang="en-US"/>
        </a:p>
      </dgm:t>
    </dgm:pt>
    <dgm:pt modelId="{EEB74835-F3FF-4E7F-8DDF-6E593568114A}" type="sibTrans" cxnId="{CDB09B65-9BD7-4610-B4F1-C3614396BB12}">
      <dgm:prSet/>
      <dgm:spPr/>
      <dgm:t>
        <a:bodyPr/>
        <a:lstStyle/>
        <a:p>
          <a:endParaRPr lang="en-US"/>
        </a:p>
      </dgm:t>
    </dgm:pt>
    <dgm:pt modelId="{71A1C962-B021-4CFE-8953-3FD7B97E0540}">
      <dgm:prSet/>
      <dgm:spPr/>
      <dgm:t>
        <a:bodyPr/>
        <a:lstStyle/>
        <a:p>
          <a:r>
            <a:rPr lang="en-US"/>
            <a:t>Reconsidering the portfolio on an ongoing basis</a:t>
          </a:r>
        </a:p>
      </dgm:t>
    </dgm:pt>
    <dgm:pt modelId="{A8344604-0999-4825-8F8E-D9E09612E3DE}" type="parTrans" cxnId="{FDF2DBE8-75FD-4A9F-A5A5-6881D95DAB5F}">
      <dgm:prSet/>
      <dgm:spPr/>
      <dgm:t>
        <a:bodyPr/>
        <a:lstStyle/>
        <a:p>
          <a:endParaRPr lang="en-US"/>
        </a:p>
      </dgm:t>
    </dgm:pt>
    <dgm:pt modelId="{BB00D9F1-1315-4DF5-9E04-83C3A9500FC6}" type="sibTrans" cxnId="{FDF2DBE8-75FD-4A9F-A5A5-6881D95DAB5F}">
      <dgm:prSet/>
      <dgm:spPr/>
      <dgm:t>
        <a:bodyPr/>
        <a:lstStyle/>
        <a:p>
          <a:endParaRPr lang="en-US"/>
        </a:p>
      </dgm:t>
    </dgm:pt>
    <dgm:pt modelId="{939DB3E2-BA56-456F-84EC-5E2B1B346839}">
      <dgm:prSet/>
      <dgm:spPr/>
      <dgm:t>
        <a:bodyPr/>
        <a:lstStyle/>
        <a:p>
          <a:r>
            <a:rPr lang="en-US"/>
            <a:t>Practicing</a:t>
          </a:r>
        </a:p>
      </dgm:t>
    </dgm:pt>
    <dgm:pt modelId="{E6C22CC0-CA68-44C5-9766-EE6C5F6FA67A}" type="parTrans" cxnId="{14EB44AF-1EB6-4E27-9998-6A287B27396A}">
      <dgm:prSet/>
      <dgm:spPr/>
      <dgm:t>
        <a:bodyPr/>
        <a:lstStyle/>
        <a:p>
          <a:endParaRPr lang="en-US"/>
        </a:p>
      </dgm:t>
    </dgm:pt>
    <dgm:pt modelId="{444252AC-91D5-4917-8CF5-BC520C620CA3}" type="sibTrans" cxnId="{14EB44AF-1EB6-4E27-9998-6A287B27396A}">
      <dgm:prSet/>
      <dgm:spPr/>
      <dgm:t>
        <a:bodyPr/>
        <a:lstStyle/>
        <a:p>
          <a:endParaRPr lang="en-US"/>
        </a:p>
      </dgm:t>
    </dgm:pt>
    <dgm:pt modelId="{BC8F89FB-26E9-4097-98B1-BF0E14CE1F33}">
      <dgm:prSet/>
      <dgm:spPr/>
      <dgm:t>
        <a:bodyPr/>
        <a:lstStyle/>
        <a:p>
          <a:r>
            <a:rPr lang="en-US"/>
            <a:t>Practicing continuous improvement of Portfolio Management processes.</a:t>
          </a:r>
        </a:p>
      </dgm:t>
    </dgm:pt>
    <dgm:pt modelId="{751086D2-3495-4614-A229-234441C70E87}" type="parTrans" cxnId="{0CD48D55-F90A-48E7-B021-46813DD70013}">
      <dgm:prSet/>
      <dgm:spPr/>
      <dgm:t>
        <a:bodyPr/>
        <a:lstStyle/>
        <a:p>
          <a:endParaRPr lang="en-US"/>
        </a:p>
      </dgm:t>
    </dgm:pt>
    <dgm:pt modelId="{3024F1E2-6573-4EF4-89FE-9953FAB3CF9B}" type="sibTrans" cxnId="{0CD48D55-F90A-48E7-B021-46813DD70013}">
      <dgm:prSet/>
      <dgm:spPr/>
      <dgm:t>
        <a:bodyPr/>
        <a:lstStyle/>
        <a:p>
          <a:endParaRPr lang="en-US"/>
        </a:p>
      </dgm:t>
    </dgm:pt>
    <dgm:pt modelId="{A413C67F-5B54-654E-A02E-D85C60BCE885}" type="pres">
      <dgm:prSet presAssocID="{9DC33C27-E601-40E6-8A9B-F89024A46DAD}" presName="Name0" presStyleCnt="0">
        <dgm:presLayoutVars>
          <dgm:dir/>
          <dgm:animLvl val="lvl"/>
          <dgm:resizeHandles val="exact"/>
        </dgm:presLayoutVars>
      </dgm:prSet>
      <dgm:spPr/>
    </dgm:pt>
    <dgm:pt modelId="{C9E8636E-0782-3840-A6B3-946E4E81DB99}" type="pres">
      <dgm:prSet presAssocID="{94D115C7-B1BE-4572-B317-4A55BDFB26BA}" presName="linNode" presStyleCnt="0"/>
      <dgm:spPr/>
    </dgm:pt>
    <dgm:pt modelId="{6A774F28-4671-B044-ACCA-3CDD86EE7A9C}" type="pres">
      <dgm:prSet presAssocID="{94D115C7-B1BE-4572-B317-4A55BDFB26BA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6DA9E44D-A30A-124A-B3BB-45C18CCC3AFA}" type="pres">
      <dgm:prSet presAssocID="{94D115C7-B1BE-4572-B317-4A55BDFB26BA}" presName="descendantText" presStyleLbl="alignAccFollowNode1" presStyleIdx="0" presStyleCnt="6">
        <dgm:presLayoutVars>
          <dgm:bulletEnabled/>
        </dgm:presLayoutVars>
      </dgm:prSet>
      <dgm:spPr/>
    </dgm:pt>
    <dgm:pt modelId="{752BCF63-42EC-744A-BE57-BF12E04CC2E5}" type="pres">
      <dgm:prSet presAssocID="{6F3223B1-3787-46DC-BFDB-49F4E66F32AB}" presName="sp" presStyleCnt="0"/>
      <dgm:spPr/>
    </dgm:pt>
    <dgm:pt modelId="{2EF0C8D2-0460-5741-87C0-3689AEDA0443}" type="pres">
      <dgm:prSet presAssocID="{047443ED-1092-4973-B94F-80F7A7271DCA}" presName="linNode" presStyleCnt="0"/>
      <dgm:spPr/>
    </dgm:pt>
    <dgm:pt modelId="{018C11D8-124E-F646-AC6F-C372376674C6}" type="pres">
      <dgm:prSet presAssocID="{047443ED-1092-4973-B94F-80F7A7271DCA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D48529FC-FAB0-B049-ADB0-E8168536BD58}" type="pres">
      <dgm:prSet presAssocID="{047443ED-1092-4973-B94F-80F7A7271DCA}" presName="descendantText" presStyleLbl="alignAccFollowNode1" presStyleIdx="1" presStyleCnt="6">
        <dgm:presLayoutVars>
          <dgm:bulletEnabled/>
        </dgm:presLayoutVars>
      </dgm:prSet>
      <dgm:spPr/>
    </dgm:pt>
    <dgm:pt modelId="{DA0705A1-9419-4740-8DEC-286D28E5FC0B}" type="pres">
      <dgm:prSet presAssocID="{1B1B7C2C-1835-4477-AE53-E32935975608}" presName="sp" presStyleCnt="0"/>
      <dgm:spPr/>
    </dgm:pt>
    <dgm:pt modelId="{AC45A9A9-BA64-1B42-AF34-78AE26859E39}" type="pres">
      <dgm:prSet presAssocID="{CD31301D-8BAA-4ECC-B429-0A9DF07FA2A3}" presName="linNode" presStyleCnt="0"/>
      <dgm:spPr/>
    </dgm:pt>
    <dgm:pt modelId="{C7665720-1765-7044-9FB2-8CE9BBC91951}" type="pres">
      <dgm:prSet presAssocID="{CD31301D-8BAA-4ECC-B429-0A9DF07FA2A3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EAF656DC-B269-D746-AD54-7E49801ADA2B}" type="pres">
      <dgm:prSet presAssocID="{CD31301D-8BAA-4ECC-B429-0A9DF07FA2A3}" presName="descendantText" presStyleLbl="alignAccFollowNode1" presStyleIdx="2" presStyleCnt="6">
        <dgm:presLayoutVars>
          <dgm:bulletEnabled/>
        </dgm:presLayoutVars>
      </dgm:prSet>
      <dgm:spPr/>
    </dgm:pt>
    <dgm:pt modelId="{8BD1F369-29EA-4A44-9EC6-A05F5BE88C89}" type="pres">
      <dgm:prSet presAssocID="{D87E864D-BC8C-46AA-BB18-596315D23396}" presName="sp" presStyleCnt="0"/>
      <dgm:spPr/>
    </dgm:pt>
    <dgm:pt modelId="{A202248C-0483-C847-A0DA-DC353AA6FA6A}" type="pres">
      <dgm:prSet presAssocID="{CAB01F02-9AE8-49C1-801C-BC838FFA50E4}" presName="linNode" presStyleCnt="0"/>
      <dgm:spPr/>
    </dgm:pt>
    <dgm:pt modelId="{D70FE345-0153-6948-BC3C-B70FD3BD7BE3}" type="pres">
      <dgm:prSet presAssocID="{CAB01F02-9AE8-49C1-801C-BC838FFA50E4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D7373BE0-2BA7-3D4D-90A6-DC7CB14B0B72}" type="pres">
      <dgm:prSet presAssocID="{CAB01F02-9AE8-49C1-801C-BC838FFA50E4}" presName="descendantText" presStyleLbl="alignAccFollowNode1" presStyleIdx="3" presStyleCnt="6">
        <dgm:presLayoutVars>
          <dgm:bulletEnabled/>
        </dgm:presLayoutVars>
      </dgm:prSet>
      <dgm:spPr/>
    </dgm:pt>
    <dgm:pt modelId="{849B7EA8-B0A0-8C46-906D-92BADFF836BF}" type="pres">
      <dgm:prSet presAssocID="{70EB9B17-C9F8-4404-943E-E571B253E586}" presName="sp" presStyleCnt="0"/>
      <dgm:spPr/>
    </dgm:pt>
    <dgm:pt modelId="{1726EA76-AD53-BA4D-B12F-B6A52A81FA45}" type="pres">
      <dgm:prSet presAssocID="{67BE032B-FB34-4910-8894-6C034C87C423}" presName="linNode" presStyleCnt="0"/>
      <dgm:spPr/>
    </dgm:pt>
    <dgm:pt modelId="{574ACFF4-264B-6D41-8C35-376DBB97828C}" type="pres">
      <dgm:prSet presAssocID="{67BE032B-FB34-4910-8894-6C034C87C423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BDA25891-E1C0-C04F-AFF1-41E3D8679798}" type="pres">
      <dgm:prSet presAssocID="{67BE032B-FB34-4910-8894-6C034C87C423}" presName="descendantText" presStyleLbl="alignAccFollowNode1" presStyleIdx="4" presStyleCnt="6">
        <dgm:presLayoutVars>
          <dgm:bulletEnabled/>
        </dgm:presLayoutVars>
      </dgm:prSet>
      <dgm:spPr/>
    </dgm:pt>
    <dgm:pt modelId="{1143E3CD-FCF5-AF41-9584-18777673F55F}" type="pres">
      <dgm:prSet presAssocID="{EEB74835-F3FF-4E7F-8DDF-6E593568114A}" presName="sp" presStyleCnt="0"/>
      <dgm:spPr/>
    </dgm:pt>
    <dgm:pt modelId="{4B4E2F97-56CC-B545-BA2D-7160B98621A2}" type="pres">
      <dgm:prSet presAssocID="{939DB3E2-BA56-456F-84EC-5E2B1B346839}" presName="linNode" presStyleCnt="0"/>
      <dgm:spPr/>
    </dgm:pt>
    <dgm:pt modelId="{8CD09DE4-B614-BB45-8E02-C2AB89B3AA5B}" type="pres">
      <dgm:prSet presAssocID="{939DB3E2-BA56-456F-84EC-5E2B1B346839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314A6AA4-BCBF-FF45-A822-54B5E50DBAF2}" type="pres">
      <dgm:prSet presAssocID="{939DB3E2-BA56-456F-84EC-5E2B1B346839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C9A61606-4E40-324A-873E-19010CA8C135}" type="presOf" srcId="{967C8E02-6002-4B3E-AC18-4AD3C773E84D}" destId="{D48529FC-FAB0-B049-ADB0-E8168536BD58}" srcOrd="0" destOrd="0" presId="urn:microsoft.com/office/officeart/2016/7/layout/VerticalSolidActionList"/>
    <dgm:cxn modelId="{CB9C5B06-CB0F-4BC5-AB79-8776ABB9918E}" srcId="{9DC33C27-E601-40E6-8A9B-F89024A46DAD}" destId="{CAB01F02-9AE8-49C1-801C-BC838FFA50E4}" srcOrd="3" destOrd="0" parTransId="{86816D0A-4762-420D-946E-D8908DC666FA}" sibTransId="{70EB9B17-C9F8-4404-943E-E571B253E586}"/>
    <dgm:cxn modelId="{ECB1C416-DFE0-4D45-BB4A-07AC602069D0}" type="presOf" srcId="{71A1C962-B021-4CFE-8953-3FD7B97E0540}" destId="{BDA25891-E1C0-C04F-AFF1-41E3D8679798}" srcOrd="0" destOrd="0" presId="urn:microsoft.com/office/officeart/2016/7/layout/VerticalSolidActionList"/>
    <dgm:cxn modelId="{CFAA2E1C-F2CD-6B45-B0B2-17B719E2EA2B}" type="presOf" srcId="{CAB01F02-9AE8-49C1-801C-BC838FFA50E4}" destId="{D70FE345-0153-6948-BC3C-B70FD3BD7BE3}" srcOrd="0" destOrd="0" presId="urn:microsoft.com/office/officeart/2016/7/layout/VerticalSolidActionList"/>
    <dgm:cxn modelId="{EBCB6425-FEC4-4A46-97DD-4F51018F1E36}" srcId="{047443ED-1092-4973-B94F-80F7A7271DCA}" destId="{967C8E02-6002-4B3E-AC18-4AD3C773E84D}" srcOrd="0" destOrd="0" parTransId="{AE654193-4C70-47F8-BAF1-F997BD6A3CB3}" sibTransId="{10C61467-D0F2-4B75-99E5-9D7E32DD07F1}"/>
    <dgm:cxn modelId="{BB5D3732-EAF4-6E44-8460-3962A0A6B97F}" type="presOf" srcId="{9DC33C27-E601-40E6-8A9B-F89024A46DAD}" destId="{A413C67F-5B54-654E-A02E-D85C60BCE885}" srcOrd="0" destOrd="0" presId="urn:microsoft.com/office/officeart/2016/7/layout/VerticalSolidActionList"/>
    <dgm:cxn modelId="{38F0BC38-062B-1244-8DE7-88374D84B1D2}" type="presOf" srcId="{623C64E5-A392-41E3-9FDB-31C56F596183}" destId="{D7373BE0-2BA7-3D4D-90A6-DC7CB14B0B72}" srcOrd="0" destOrd="0" presId="urn:microsoft.com/office/officeart/2016/7/layout/VerticalSolidActionList"/>
    <dgm:cxn modelId="{CDB09B65-9BD7-4610-B4F1-C3614396BB12}" srcId="{9DC33C27-E601-40E6-8A9B-F89024A46DAD}" destId="{67BE032B-FB34-4910-8894-6C034C87C423}" srcOrd="4" destOrd="0" parTransId="{43F8539C-8AC4-4BC2-B5B7-0479EBD104F9}" sibTransId="{EEB74835-F3FF-4E7F-8DDF-6E593568114A}"/>
    <dgm:cxn modelId="{E782F34C-B45C-48FA-BB0F-B97E055E5B1D}" srcId="{CAB01F02-9AE8-49C1-801C-BC838FFA50E4}" destId="{623C64E5-A392-41E3-9FDB-31C56F596183}" srcOrd="0" destOrd="0" parTransId="{8543DF37-2445-47B6-9A0D-3F3D07EAEA4E}" sibTransId="{94DD2B45-F575-4C41-81E9-1097E1413190}"/>
    <dgm:cxn modelId="{40A42350-545D-4306-92F7-B9FE48E286E9}" srcId="{CD31301D-8BAA-4ECC-B429-0A9DF07FA2A3}" destId="{9E4630CC-7C77-4EF6-A5E5-E95E766B26D2}" srcOrd="0" destOrd="0" parTransId="{5C085B32-06F9-4872-81F9-AFBC95C96BB1}" sibTransId="{D78C7D77-FDA2-4BE0-B479-6DDCA0D103A4}"/>
    <dgm:cxn modelId="{1D67EA70-9495-6C49-AF46-83D24F784CCD}" type="presOf" srcId="{564B3B8B-EFF6-4740-A857-7C9DB6D4BC0F}" destId="{6DA9E44D-A30A-124A-B3BB-45C18CCC3AFA}" srcOrd="0" destOrd="0" presId="urn:microsoft.com/office/officeart/2016/7/layout/VerticalSolidActionList"/>
    <dgm:cxn modelId="{0CD48D55-F90A-48E7-B021-46813DD70013}" srcId="{939DB3E2-BA56-456F-84EC-5E2B1B346839}" destId="{BC8F89FB-26E9-4097-98B1-BF0E14CE1F33}" srcOrd="0" destOrd="0" parTransId="{751086D2-3495-4614-A229-234441C70E87}" sibTransId="{3024F1E2-6573-4EF4-89FE-9953FAB3CF9B}"/>
    <dgm:cxn modelId="{D8A5DF57-AFD0-9C48-B40D-03914CC1C359}" type="presOf" srcId="{939DB3E2-BA56-456F-84EC-5E2B1B346839}" destId="{8CD09DE4-B614-BB45-8E02-C2AB89B3AA5B}" srcOrd="0" destOrd="0" presId="urn:microsoft.com/office/officeart/2016/7/layout/VerticalSolidActionList"/>
    <dgm:cxn modelId="{13A1E558-069B-C343-A49C-5601D9DD209A}" type="presOf" srcId="{CD31301D-8BAA-4ECC-B429-0A9DF07FA2A3}" destId="{C7665720-1765-7044-9FB2-8CE9BBC91951}" srcOrd="0" destOrd="0" presId="urn:microsoft.com/office/officeart/2016/7/layout/VerticalSolidActionList"/>
    <dgm:cxn modelId="{624C0D88-83EE-4F4C-89FB-C9EE90DA29BC}" type="presOf" srcId="{BC8F89FB-26E9-4097-98B1-BF0E14CE1F33}" destId="{314A6AA4-BCBF-FF45-A822-54B5E50DBAF2}" srcOrd="0" destOrd="0" presId="urn:microsoft.com/office/officeart/2016/7/layout/VerticalSolidActionList"/>
    <dgm:cxn modelId="{2F10F49A-60B0-2543-8687-E085402C6FEA}" type="presOf" srcId="{047443ED-1092-4973-B94F-80F7A7271DCA}" destId="{018C11D8-124E-F646-AC6F-C372376674C6}" srcOrd="0" destOrd="0" presId="urn:microsoft.com/office/officeart/2016/7/layout/VerticalSolidActionList"/>
    <dgm:cxn modelId="{52DAFCA2-2BA0-7942-8F48-251CDE3C9A99}" type="presOf" srcId="{94D115C7-B1BE-4572-B317-4A55BDFB26BA}" destId="{6A774F28-4671-B044-ACCA-3CDD86EE7A9C}" srcOrd="0" destOrd="0" presId="urn:microsoft.com/office/officeart/2016/7/layout/VerticalSolidActionList"/>
    <dgm:cxn modelId="{14EB44AF-1EB6-4E27-9998-6A287B27396A}" srcId="{9DC33C27-E601-40E6-8A9B-F89024A46DAD}" destId="{939DB3E2-BA56-456F-84EC-5E2B1B346839}" srcOrd="5" destOrd="0" parTransId="{E6C22CC0-CA68-44C5-9766-EE6C5F6FA67A}" sibTransId="{444252AC-91D5-4917-8CF5-BC520C620CA3}"/>
    <dgm:cxn modelId="{2E8FD9C1-9E3A-4203-B4F7-EBDE988BBE4A}" srcId="{9DC33C27-E601-40E6-8A9B-F89024A46DAD}" destId="{CD31301D-8BAA-4ECC-B429-0A9DF07FA2A3}" srcOrd="2" destOrd="0" parTransId="{BE0D8392-C229-48B8-A7ED-CF43B613813C}" sibTransId="{D87E864D-BC8C-46AA-BB18-596315D23396}"/>
    <dgm:cxn modelId="{83B1B9C2-D77B-3F47-BEEF-14D9834A64DD}" type="presOf" srcId="{9E4630CC-7C77-4EF6-A5E5-E95E766B26D2}" destId="{EAF656DC-B269-D746-AD54-7E49801ADA2B}" srcOrd="0" destOrd="0" presId="urn:microsoft.com/office/officeart/2016/7/layout/VerticalSolidActionList"/>
    <dgm:cxn modelId="{A02B0FD1-7600-404B-A35D-B7CDFB83E2C2}" type="presOf" srcId="{67BE032B-FB34-4910-8894-6C034C87C423}" destId="{574ACFF4-264B-6D41-8C35-376DBB97828C}" srcOrd="0" destOrd="0" presId="urn:microsoft.com/office/officeart/2016/7/layout/VerticalSolidActionList"/>
    <dgm:cxn modelId="{69957ADE-422A-4DA6-8974-CBAD59047BFF}" srcId="{94D115C7-B1BE-4572-B317-4A55BDFB26BA}" destId="{564B3B8B-EFF6-4740-A857-7C9DB6D4BC0F}" srcOrd="0" destOrd="0" parTransId="{FF537916-954B-4B11-848D-AB6C2F4CB36B}" sibTransId="{4DBF8E85-E7ED-4072-81CA-F1E1C2989A24}"/>
    <dgm:cxn modelId="{657E4BE3-E1D9-40CE-8FF7-C357F752964D}" srcId="{9DC33C27-E601-40E6-8A9B-F89024A46DAD}" destId="{94D115C7-B1BE-4572-B317-4A55BDFB26BA}" srcOrd="0" destOrd="0" parTransId="{275208F0-FA3F-4356-8EC7-300758E4FF30}" sibTransId="{6F3223B1-3787-46DC-BFDB-49F4E66F32AB}"/>
    <dgm:cxn modelId="{FDF2DBE8-75FD-4A9F-A5A5-6881D95DAB5F}" srcId="{67BE032B-FB34-4910-8894-6C034C87C423}" destId="{71A1C962-B021-4CFE-8953-3FD7B97E0540}" srcOrd="0" destOrd="0" parTransId="{A8344604-0999-4825-8F8E-D9E09612E3DE}" sibTransId="{BB00D9F1-1315-4DF5-9E04-83C3A9500FC6}"/>
    <dgm:cxn modelId="{736657F4-D1DF-428A-A685-BF7410816E5A}" srcId="{9DC33C27-E601-40E6-8A9B-F89024A46DAD}" destId="{047443ED-1092-4973-B94F-80F7A7271DCA}" srcOrd="1" destOrd="0" parTransId="{F3C6D2F2-B396-4713-A0E0-8C7B72BD8F06}" sibTransId="{1B1B7C2C-1835-4477-AE53-E32935975608}"/>
    <dgm:cxn modelId="{267F498F-3F2C-2149-836E-180056A47A8C}" type="presParOf" srcId="{A413C67F-5B54-654E-A02E-D85C60BCE885}" destId="{C9E8636E-0782-3840-A6B3-946E4E81DB99}" srcOrd="0" destOrd="0" presId="urn:microsoft.com/office/officeart/2016/7/layout/VerticalSolidActionList"/>
    <dgm:cxn modelId="{B06BEA33-6CB5-994A-92DD-6E79C40CEB42}" type="presParOf" srcId="{C9E8636E-0782-3840-A6B3-946E4E81DB99}" destId="{6A774F28-4671-B044-ACCA-3CDD86EE7A9C}" srcOrd="0" destOrd="0" presId="urn:microsoft.com/office/officeart/2016/7/layout/VerticalSolidActionList"/>
    <dgm:cxn modelId="{5B0B1C10-9755-9449-A0D4-2ED86F778698}" type="presParOf" srcId="{C9E8636E-0782-3840-A6B3-946E4E81DB99}" destId="{6DA9E44D-A30A-124A-B3BB-45C18CCC3AFA}" srcOrd="1" destOrd="0" presId="urn:microsoft.com/office/officeart/2016/7/layout/VerticalSolidActionList"/>
    <dgm:cxn modelId="{2F8F9781-A942-1644-B4C5-57EE5DA18AD6}" type="presParOf" srcId="{A413C67F-5B54-654E-A02E-D85C60BCE885}" destId="{752BCF63-42EC-744A-BE57-BF12E04CC2E5}" srcOrd="1" destOrd="0" presId="urn:microsoft.com/office/officeart/2016/7/layout/VerticalSolidActionList"/>
    <dgm:cxn modelId="{84C13F6D-04AF-0247-A4C2-EEAA1069E322}" type="presParOf" srcId="{A413C67F-5B54-654E-A02E-D85C60BCE885}" destId="{2EF0C8D2-0460-5741-87C0-3689AEDA0443}" srcOrd="2" destOrd="0" presId="urn:microsoft.com/office/officeart/2016/7/layout/VerticalSolidActionList"/>
    <dgm:cxn modelId="{F208591C-ED43-534D-BFAF-169AB486997B}" type="presParOf" srcId="{2EF0C8D2-0460-5741-87C0-3689AEDA0443}" destId="{018C11D8-124E-F646-AC6F-C372376674C6}" srcOrd="0" destOrd="0" presId="urn:microsoft.com/office/officeart/2016/7/layout/VerticalSolidActionList"/>
    <dgm:cxn modelId="{EB5920A4-F682-0B4A-BA5C-AFCFE4B41A7F}" type="presParOf" srcId="{2EF0C8D2-0460-5741-87C0-3689AEDA0443}" destId="{D48529FC-FAB0-B049-ADB0-E8168536BD58}" srcOrd="1" destOrd="0" presId="urn:microsoft.com/office/officeart/2016/7/layout/VerticalSolidActionList"/>
    <dgm:cxn modelId="{15CA93D8-D921-5644-9D86-434E09B58DBA}" type="presParOf" srcId="{A413C67F-5B54-654E-A02E-D85C60BCE885}" destId="{DA0705A1-9419-4740-8DEC-286D28E5FC0B}" srcOrd="3" destOrd="0" presId="urn:microsoft.com/office/officeart/2016/7/layout/VerticalSolidActionList"/>
    <dgm:cxn modelId="{2CF28468-2098-0741-98FF-5F5E9C4D8D1A}" type="presParOf" srcId="{A413C67F-5B54-654E-A02E-D85C60BCE885}" destId="{AC45A9A9-BA64-1B42-AF34-78AE26859E39}" srcOrd="4" destOrd="0" presId="urn:microsoft.com/office/officeart/2016/7/layout/VerticalSolidActionList"/>
    <dgm:cxn modelId="{29A41B40-8DF6-C341-9099-63B5E2AF7E84}" type="presParOf" srcId="{AC45A9A9-BA64-1B42-AF34-78AE26859E39}" destId="{C7665720-1765-7044-9FB2-8CE9BBC91951}" srcOrd="0" destOrd="0" presId="urn:microsoft.com/office/officeart/2016/7/layout/VerticalSolidActionList"/>
    <dgm:cxn modelId="{7160BF85-37D1-7A4C-88B1-14386354AB02}" type="presParOf" srcId="{AC45A9A9-BA64-1B42-AF34-78AE26859E39}" destId="{EAF656DC-B269-D746-AD54-7E49801ADA2B}" srcOrd="1" destOrd="0" presId="urn:microsoft.com/office/officeart/2016/7/layout/VerticalSolidActionList"/>
    <dgm:cxn modelId="{75CAFB5F-A126-4C4B-A5E6-30FF03530F59}" type="presParOf" srcId="{A413C67F-5B54-654E-A02E-D85C60BCE885}" destId="{8BD1F369-29EA-4A44-9EC6-A05F5BE88C89}" srcOrd="5" destOrd="0" presId="urn:microsoft.com/office/officeart/2016/7/layout/VerticalSolidActionList"/>
    <dgm:cxn modelId="{CE2DBED5-107A-D945-88F7-C6FCFAA69715}" type="presParOf" srcId="{A413C67F-5B54-654E-A02E-D85C60BCE885}" destId="{A202248C-0483-C847-A0DA-DC353AA6FA6A}" srcOrd="6" destOrd="0" presId="urn:microsoft.com/office/officeart/2016/7/layout/VerticalSolidActionList"/>
    <dgm:cxn modelId="{8F9D5627-7FB3-9D4A-B45E-300FDC21D432}" type="presParOf" srcId="{A202248C-0483-C847-A0DA-DC353AA6FA6A}" destId="{D70FE345-0153-6948-BC3C-B70FD3BD7BE3}" srcOrd="0" destOrd="0" presId="urn:microsoft.com/office/officeart/2016/7/layout/VerticalSolidActionList"/>
    <dgm:cxn modelId="{89F01F37-649D-1940-B2AD-CD537B3C93DD}" type="presParOf" srcId="{A202248C-0483-C847-A0DA-DC353AA6FA6A}" destId="{D7373BE0-2BA7-3D4D-90A6-DC7CB14B0B72}" srcOrd="1" destOrd="0" presId="urn:microsoft.com/office/officeart/2016/7/layout/VerticalSolidActionList"/>
    <dgm:cxn modelId="{C19E9B0A-F06C-AB4F-9450-2F9380F29E6D}" type="presParOf" srcId="{A413C67F-5B54-654E-A02E-D85C60BCE885}" destId="{849B7EA8-B0A0-8C46-906D-92BADFF836BF}" srcOrd="7" destOrd="0" presId="urn:microsoft.com/office/officeart/2016/7/layout/VerticalSolidActionList"/>
    <dgm:cxn modelId="{E914B49F-0290-C240-AB8A-F9534760ADAF}" type="presParOf" srcId="{A413C67F-5B54-654E-A02E-D85C60BCE885}" destId="{1726EA76-AD53-BA4D-B12F-B6A52A81FA45}" srcOrd="8" destOrd="0" presId="urn:microsoft.com/office/officeart/2016/7/layout/VerticalSolidActionList"/>
    <dgm:cxn modelId="{B73AAEBC-1E8C-7642-A095-CCCEDF8EDB6E}" type="presParOf" srcId="{1726EA76-AD53-BA4D-B12F-B6A52A81FA45}" destId="{574ACFF4-264B-6D41-8C35-376DBB97828C}" srcOrd="0" destOrd="0" presId="urn:microsoft.com/office/officeart/2016/7/layout/VerticalSolidActionList"/>
    <dgm:cxn modelId="{F6CDDADE-BFAF-4343-97DC-CFECF65E9C28}" type="presParOf" srcId="{1726EA76-AD53-BA4D-B12F-B6A52A81FA45}" destId="{BDA25891-E1C0-C04F-AFF1-41E3D8679798}" srcOrd="1" destOrd="0" presId="urn:microsoft.com/office/officeart/2016/7/layout/VerticalSolidActionList"/>
    <dgm:cxn modelId="{E21A37F9-84CC-E847-9B93-0EB7954E8F77}" type="presParOf" srcId="{A413C67F-5B54-654E-A02E-D85C60BCE885}" destId="{1143E3CD-FCF5-AF41-9584-18777673F55F}" srcOrd="9" destOrd="0" presId="urn:microsoft.com/office/officeart/2016/7/layout/VerticalSolidActionList"/>
    <dgm:cxn modelId="{A4A6D1F1-2AE5-9A4E-BDC7-8E9857615DEA}" type="presParOf" srcId="{A413C67F-5B54-654E-A02E-D85C60BCE885}" destId="{4B4E2F97-56CC-B545-BA2D-7160B98621A2}" srcOrd="10" destOrd="0" presId="urn:microsoft.com/office/officeart/2016/7/layout/VerticalSolidActionList"/>
    <dgm:cxn modelId="{F43FD644-4252-4E49-987E-DCDEB43DA27D}" type="presParOf" srcId="{4B4E2F97-56CC-B545-BA2D-7160B98621A2}" destId="{8CD09DE4-B614-BB45-8E02-C2AB89B3AA5B}" srcOrd="0" destOrd="0" presId="urn:microsoft.com/office/officeart/2016/7/layout/VerticalSolidActionList"/>
    <dgm:cxn modelId="{E2C51150-FB3B-9B46-8BD5-22AF76DAAE19}" type="presParOf" srcId="{4B4E2F97-56CC-B545-BA2D-7160B98621A2}" destId="{314A6AA4-BCBF-FF45-A822-54B5E50DBAF2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D96095-E903-4D21-9DC2-6F36ED80960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3C11CA-3D90-4D6A-B9CB-907BC4399EF2}">
      <dgm:prSet/>
      <dgm:spPr/>
      <dgm:t>
        <a:bodyPr/>
        <a:lstStyle/>
        <a:p>
          <a:pPr rtl="0"/>
          <a:r>
            <a:rPr lang="en-US"/>
            <a:t>Identification</a:t>
          </a:r>
        </a:p>
      </dgm:t>
    </dgm:pt>
    <dgm:pt modelId="{EFE4C878-A0AC-474C-AFAC-A41BD0AA371B}" type="parTrans" cxnId="{757D139D-2385-471D-BD3B-9C3497413401}">
      <dgm:prSet/>
      <dgm:spPr/>
      <dgm:t>
        <a:bodyPr/>
        <a:lstStyle/>
        <a:p>
          <a:endParaRPr lang="en-US" sz="1400"/>
        </a:p>
      </dgm:t>
    </dgm:pt>
    <dgm:pt modelId="{B5D84394-C09D-488F-8B25-577F1508DDFE}" type="sibTrans" cxnId="{757D139D-2385-471D-BD3B-9C3497413401}">
      <dgm:prSet/>
      <dgm:spPr/>
      <dgm:t>
        <a:bodyPr/>
        <a:lstStyle/>
        <a:p>
          <a:endParaRPr lang="en-US"/>
        </a:p>
      </dgm:t>
    </dgm:pt>
    <dgm:pt modelId="{291FA2E4-3974-46E3-BB4A-62DA73D02591}">
      <dgm:prSet/>
      <dgm:spPr/>
      <dgm:t>
        <a:bodyPr/>
        <a:lstStyle/>
        <a:p>
          <a:pPr rtl="0"/>
          <a:r>
            <a:rPr lang="en-US"/>
            <a:t>Categorization</a:t>
          </a:r>
        </a:p>
      </dgm:t>
    </dgm:pt>
    <dgm:pt modelId="{923FB2B9-1357-4E06-8B87-E1B782573E5E}" type="parTrans" cxnId="{2D761749-F8C8-467F-A57E-92D165BE7335}">
      <dgm:prSet/>
      <dgm:spPr/>
      <dgm:t>
        <a:bodyPr/>
        <a:lstStyle/>
        <a:p>
          <a:endParaRPr lang="en-US" sz="1400"/>
        </a:p>
      </dgm:t>
    </dgm:pt>
    <dgm:pt modelId="{B19BFF2E-BB87-4B45-9F5B-FC1212D32560}" type="sibTrans" cxnId="{2D761749-F8C8-467F-A57E-92D165BE7335}">
      <dgm:prSet/>
      <dgm:spPr/>
      <dgm:t>
        <a:bodyPr/>
        <a:lstStyle/>
        <a:p>
          <a:endParaRPr lang="en-US"/>
        </a:p>
      </dgm:t>
    </dgm:pt>
    <dgm:pt modelId="{D510BC3F-A5A5-427C-A7CE-78B8683B1F07}">
      <dgm:prSet/>
      <dgm:spPr/>
      <dgm:t>
        <a:bodyPr/>
        <a:lstStyle/>
        <a:p>
          <a:pPr rtl="0"/>
          <a:r>
            <a:rPr lang="en-US"/>
            <a:t>Elaboration</a:t>
          </a:r>
        </a:p>
      </dgm:t>
    </dgm:pt>
    <dgm:pt modelId="{894E1B34-DCF8-44BA-9FE3-E0F92F2C59E7}" type="parTrans" cxnId="{063EE5D0-70F8-4AA4-9740-605224F897C9}">
      <dgm:prSet/>
      <dgm:spPr/>
      <dgm:t>
        <a:bodyPr/>
        <a:lstStyle/>
        <a:p>
          <a:endParaRPr lang="en-US" sz="1400"/>
        </a:p>
      </dgm:t>
    </dgm:pt>
    <dgm:pt modelId="{1D91942B-E769-4274-AF4D-33FFB20ECA5F}" type="sibTrans" cxnId="{063EE5D0-70F8-4AA4-9740-605224F897C9}">
      <dgm:prSet/>
      <dgm:spPr/>
      <dgm:t>
        <a:bodyPr/>
        <a:lstStyle/>
        <a:p>
          <a:endParaRPr lang="en-US"/>
        </a:p>
      </dgm:t>
    </dgm:pt>
    <dgm:pt modelId="{67F795EC-9D84-47C8-ADEE-09E70253B29E}">
      <dgm:prSet/>
      <dgm:spPr/>
      <dgm:t>
        <a:bodyPr/>
        <a:lstStyle/>
        <a:p>
          <a:pPr rtl="0"/>
          <a:r>
            <a:rPr lang="en-US"/>
            <a:t>Evaluation</a:t>
          </a:r>
        </a:p>
      </dgm:t>
    </dgm:pt>
    <dgm:pt modelId="{322C68F9-835F-45D5-8791-B29EC2101EAF}" type="parTrans" cxnId="{207395AE-E085-44B0-9F19-2E1CD4A999FF}">
      <dgm:prSet/>
      <dgm:spPr/>
      <dgm:t>
        <a:bodyPr/>
        <a:lstStyle/>
        <a:p>
          <a:endParaRPr lang="en-US" sz="1400"/>
        </a:p>
      </dgm:t>
    </dgm:pt>
    <dgm:pt modelId="{ACE5FCF2-E2B8-49E6-B59F-E53000F71AAB}" type="sibTrans" cxnId="{207395AE-E085-44B0-9F19-2E1CD4A999FF}">
      <dgm:prSet/>
      <dgm:spPr/>
      <dgm:t>
        <a:bodyPr/>
        <a:lstStyle/>
        <a:p>
          <a:endParaRPr lang="en-US"/>
        </a:p>
      </dgm:t>
    </dgm:pt>
    <dgm:pt modelId="{AF75272D-BD01-482F-90DE-E206D2642A87}">
      <dgm:prSet/>
      <dgm:spPr/>
      <dgm:t>
        <a:bodyPr/>
        <a:lstStyle/>
        <a:p>
          <a:pPr rtl="0"/>
          <a:r>
            <a:rPr lang="en-US"/>
            <a:t>Prioritization</a:t>
          </a:r>
        </a:p>
      </dgm:t>
    </dgm:pt>
    <dgm:pt modelId="{B879E7C9-DE08-4C17-815A-445B77544FE5}" type="parTrans" cxnId="{8079D90D-087B-405B-A500-341147E31554}">
      <dgm:prSet/>
      <dgm:spPr/>
      <dgm:t>
        <a:bodyPr/>
        <a:lstStyle/>
        <a:p>
          <a:endParaRPr lang="en-US" sz="1400"/>
        </a:p>
      </dgm:t>
    </dgm:pt>
    <dgm:pt modelId="{5906327D-B9E7-48EF-AA77-6866909C2BDF}" type="sibTrans" cxnId="{8079D90D-087B-405B-A500-341147E31554}">
      <dgm:prSet/>
      <dgm:spPr/>
      <dgm:t>
        <a:bodyPr/>
        <a:lstStyle/>
        <a:p>
          <a:endParaRPr lang="en-US"/>
        </a:p>
      </dgm:t>
    </dgm:pt>
    <dgm:pt modelId="{9606467D-663D-4CEF-B8F4-6D2B43C03CA8}">
      <dgm:prSet/>
      <dgm:spPr/>
      <dgm:t>
        <a:bodyPr/>
        <a:lstStyle/>
        <a:p>
          <a:pPr rtl="0"/>
          <a:r>
            <a:rPr lang="en-US"/>
            <a:t>Selection</a:t>
          </a:r>
        </a:p>
      </dgm:t>
    </dgm:pt>
    <dgm:pt modelId="{5E3BC8B6-CFF7-4724-A065-1CA71EA5AFAB}" type="parTrans" cxnId="{5452CDFF-2F5B-4C30-A9D7-69EBC986F6AF}">
      <dgm:prSet/>
      <dgm:spPr/>
      <dgm:t>
        <a:bodyPr/>
        <a:lstStyle/>
        <a:p>
          <a:endParaRPr lang="en-US" sz="1400"/>
        </a:p>
      </dgm:t>
    </dgm:pt>
    <dgm:pt modelId="{EE2ED75D-4DDD-4F3D-B98E-ECC904266606}" type="sibTrans" cxnId="{5452CDFF-2F5B-4C30-A9D7-69EBC986F6AF}">
      <dgm:prSet/>
      <dgm:spPr/>
      <dgm:t>
        <a:bodyPr/>
        <a:lstStyle/>
        <a:p>
          <a:endParaRPr lang="en-US"/>
        </a:p>
      </dgm:t>
    </dgm:pt>
    <dgm:pt modelId="{32D32485-CD26-45C4-9A2E-3362DF2BDC1E}">
      <dgm:prSet/>
      <dgm:spPr/>
      <dgm:t>
        <a:bodyPr/>
        <a:lstStyle/>
        <a:p>
          <a:pPr rtl="0"/>
          <a:r>
            <a:rPr lang="en-US"/>
            <a:t>Reporting</a:t>
          </a:r>
        </a:p>
      </dgm:t>
    </dgm:pt>
    <dgm:pt modelId="{F37691BE-6F9A-4249-A833-528638144E96}" type="parTrans" cxnId="{874C3702-79F4-4A9D-9FA0-216B92763D2C}">
      <dgm:prSet/>
      <dgm:spPr/>
      <dgm:t>
        <a:bodyPr/>
        <a:lstStyle/>
        <a:p>
          <a:endParaRPr lang="en-US" sz="1400"/>
        </a:p>
      </dgm:t>
    </dgm:pt>
    <dgm:pt modelId="{2E2669AA-5F04-4299-90D1-35E539025ED2}" type="sibTrans" cxnId="{874C3702-79F4-4A9D-9FA0-216B92763D2C}">
      <dgm:prSet/>
      <dgm:spPr/>
      <dgm:t>
        <a:bodyPr/>
        <a:lstStyle/>
        <a:p>
          <a:endParaRPr lang="en-US"/>
        </a:p>
      </dgm:t>
    </dgm:pt>
    <dgm:pt modelId="{A679984A-8796-4E7D-A528-0C83AF389803}">
      <dgm:prSet/>
      <dgm:spPr/>
      <dgm:t>
        <a:bodyPr/>
        <a:lstStyle/>
        <a:p>
          <a:pPr rtl="0"/>
          <a:r>
            <a:rPr lang="en-US"/>
            <a:t>Improvement</a:t>
          </a:r>
        </a:p>
      </dgm:t>
    </dgm:pt>
    <dgm:pt modelId="{302281D1-5469-4011-B542-721B2F75E9B9}" type="parTrans" cxnId="{A2994A31-F774-4C05-8D74-F02B8990DFA9}">
      <dgm:prSet/>
      <dgm:spPr/>
      <dgm:t>
        <a:bodyPr/>
        <a:lstStyle/>
        <a:p>
          <a:endParaRPr lang="en-US" sz="1400"/>
        </a:p>
      </dgm:t>
    </dgm:pt>
    <dgm:pt modelId="{17B9C2F5-95B7-44A7-946C-8C7C57A32BE3}" type="sibTrans" cxnId="{A2994A31-F774-4C05-8D74-F02B8990DFA9}">
      <dgm:prSet/>
      <dgm:spPr/>
      <dgm:t>
        <a:bodyPr/>
        <a:lstStyle/>
        <a:p>
          <a:endParaRPr lang="en-US"/>
        </a:p>
      </dgm:t>
    </dgm:pt>
    <dgm:pt modelId="{639E2440-0216-CA40-A7D7-3B0CD0D6DE30}" type="pres">
      <dgm:prSet presAssocID="{CFD96095-E903-4D21-9DC2-6F36ED809607}" presName="Name0" presStyleCnt="0">
        <dgm:presLayoutVars>
          <dgm:dir/>
          <dgm:resizeHandles val="exact"/>
        </dgm:presLayoutVars>
      </dgm:prSet>
      <dgm:spPr/>
    </dgm:pt>
    <dgm:pt modelId="{ABA76C58-2332-2D4C-BD5D-B7DC5CC50C64}" type="pres">
      <dgm:prSet presAssocID="{B93C11CA-3D90-4D6A-B9CB-907BC4399EF2}" presName="node" presStyleLbl="node1" presStyleIdx="0" presStyleCnt="8">
        <dgm:presLayoutVars>
          <dgm:bulletEnabled val="1"/>
        </dgm:presLayoutVars>
      </dgm:prSet>
      <dgm:spPr/>
    </dgm:pt>
    <dgm:pt modelId="{93C4EFA7-BF38-8245-8F9C-24069E8102CC}" type="pres">
      <dgm:prSet presAssocID="{B5D84394-C09D-488F-8B25-577F1508DDFE}" presName="sibTrans" presStyleLbl="sibTrans1D1" presStyleIdx="0" presStyleCnt="7"/>
      <dgm:spPr/>
    </dgm:pt>
    <dgm:pt modelId="{F4C6434A-DB05-C44A-BCBF-82DBCC7C79C8}" type="pres">
      <dgm:prSet presAssocID="{B5D84394-C09D-488F-8B25-577F1508DDFE}" presName="connectorText" presStyleLbl="sibTrans1D1" presStyleIdx="0" presStyleCnt="7"/>
      <dgm:spPr/>
    </dgm:pt>
    <dgm:pt modelId="{8C17C495-25FD-1849-AC65-4AB1EE11525F}" type="pres">
      <dgm:prSet presAssocID="{291FA2E4-3974-46E3-BB4A-62DA73D02591}" presName="node" presStyleLbl="node1" presStyleIdx="1" presStyleCnt="8">
        <dgm:presLayoutVars>
          <dgm:bulletEnabled val="1"/>
        </dgm:presLayoutVars>
      </dgm:prSet>
      <dgm:spPr/>
    </dgm:pt>
    <dgm:pt modelId="{C65B8E4C-FE02-2247-B025-BF7CD642189F}" type="pres">
      <dgm:prSet presAssocID="{B19BFF2E-BB87-4B45-9F5B-FC1212D32560}" presName="sibTrans" presStyleLbl="sibTrans1D1" presStyleIdx="1" presStyleCnt="7"/>
      <dgm:spPr/>
    </dgm:pt>
    <dgm:pt modelId="{A5606DE0-29E5-0847-B01C-A8E53668CE5C}" type="pres">
      <dgm:prSet presAssocID="{B19BFF2E-BB87-4B45-9F5B-FC1212D32560}" presName="connectorText" presStyleLbl="sibTrans1D1" presStyleIdx="1" presStyleCnt="7"/>
      <dgm:spPr/>
    </dgm:pt>
    <dgm:pt modelId="{1630541E-573B-C547-BC07-A6716F9916D8}" type="pres">
      <dgm:prSet presAssocID="{D510BC3F-A5A5-427C-A7CE-78B8683B1F07}" presName="node" presStyleLbl="node1" presStyleIdx="2" presStyleCnt="8">
        <dgm:presLayoutVars>
          <dgm:bulletEnabled val="1"/>
        </dgm:presLayoutVars>
      </dgm:prSet>
      <dgm:spPr/>
    </dgm:pt>
    <dgm:pt modelId="{08AC8DDC-0A4A-6443-B626-BF1B9BA19958}" type="pres">
      <dgm:prSet presAssocID="{1D91942B-E769-4274-AF4D-33FFB20ECA5F}" presName="sibTrans" presStyleLbl="sibTrans1D1" presStyleIdx="2" presStyleCnt="7"/>
      <dgm:spPr/>
    </dgm:pt>
    <dgm:pt modelId="{EFFA098A-E3FB-E64C-A87D-721559BE105C}" type="pres">
      <dgm:prSet presAssocID="{1D91942B-E769-4274-AF4D-33FFB20ECA5F}" presName="connectorText" presStyleLbl="sibTrans1D1" presStyleIdx="2" presStyleCnt="7"/>
      <dgm:spPr/>
    </dgm:pt>
    <dgm:pt modelId="{141C2862-73B1-AE4A-ABE7-AA12317C7BA9}" type="pres">
      <dgm:prSet presAssocID="{67F795EC-9D84-47C8-ADEE-09E70253B29E}" presName="node" presStyleLbl="node1" presStyleIdx="3" presStyleCnt="8">
        <dgm:presLayoutVars>
          <dgm:bulletEnabled val="1"/>
        </dgm:presLayoutVars>
      </dgm:prSet>
      <dgm:spPr/>
    </dgm:pt>
    <dgm:pt modelId="{B3CEF29B-70DD-B047-9041-7ABC37E50F68}" type="pres">
      <dgm:prSet presAssocID="{ACE5FCF2-E2B8-49E6-B59F-E53000F71AAB}" presName="sibTrans" presStyleLbl="sibTrans1D1" presStyleIdx="3" presStyleCnt="7"/>
      <dgm:spPr/>
    </dgm:pt>
    <dgm:pt modelId="{D76100CA-8123-C144-81FC-C49E0CC81C95}" type="pres">
      <dgm:prSet presAssocID="{ACE5FCF2-E2B8-49E6-B59F-E53000F71AAB}" presName="connectorText" presStyleLbl="sibTrans1D1" presStyleIdx="3" presStyleCnt="7"/>
      <dgm:spPr/>
    </dgm:pt>
    <dgm:pt modelId="{4FEF5142-C4C2-9549-AE8E-658FA62500E4}" type="pres">
      <dgm:prSet presAssocID="{AF75272D-BD01-482F-90DE-E206D2642A87}" presName="node" presStyleLbl="node1" presStyleIdx="4" presStyleCnt="8">
        <dgm:presLayoutVars>
          <dgm:bulletEnabled val="1"/>
        </dgm:presLayoutVars>
      </dgm:prSet>
      <dgm:spPr/>
    </dgm:pt>
    <dgm:pt modelId="{762AF6D9-ADC6-C343-898E-392B28A3B89F}" type="pres">
      <dgm:prSet presAssocID="{5906327D-B9E7-48EF-AA77-6866909C2BDF}" presName="sibTrans" presStyleLbl="sibTrans1D1" presStyleIdx="4" presStyleCnt="7"/>
      <dgm:spPr/>
    </dgm:pt>
    <dgm:pt modelId="{75A36942-24A2-D649-8F70-F5F7A45290BD}" type="pres">
      <dgm:prSet presAssocID="{5906327D-B9E7-48EF-AA77-6866909C2BDF}" presName="connectorText" presStyleLbl="sibTrans1D1" presStyleIdx="4" presStyleCnt="7"/>
      <dgm:spPr/>
    </dgm:pt>
    <dgm:pt modelId="{04A81EEE-8C1A-B240-9D93-95620373F850}" type="pres">
      <dgm:prSet presAssocID="{9606467D-663D-4CEF-B8F4-6D2B43C03CA8}" presName="node" presStyleLbl="node1" presStyleIdx="5" presStyleCnt="8">
        <dgm:presLayoutVars>
          <dgm:bulletEnabled val="1"/>
        </dgm:presLayoutVars>
      </dgm:prSet>
      <dgm:spPr/>
    </dgm:pt>
    <dgm:pt modelId="{87E56173-6205-1C45-B006-C52B2785872E}" type="pres">
      <dgm:prSet presAssocID="{EE2ED75D-4DDD-4F3D-B98E-ECC904266606}" presName="sibTrans" presStyleLbl="sibTrans1D1" presStyleIdx="5" presStyleCnt="7"/>
      <dgm:spPr/>
    </dgm:pt>
    <dgm:pt modelId="{1CDB714E-932A-384C-A192-F5ECEB305648}" type="pres">
      <dgm:prSet presAssocID="{EE2ED75D-4DDD-4F3D-B98E-ECC904266606}" presName="connectorText" presStyleLbl="sibTrans1D1" presStyleIdx="5" presStyleCnt="7"/>
      <dgm:spPr/>
    </dgm:pt>
    <dgm:pt modelId="{463C356E-DCE8-B741-94BD-39044498B2B6}" type="pres">
      <dgm:prSet presAssocID="{32D32485-CD26-45C4-9A2E-3362DF2BDC1E}" presName="node" presStyleLbl="node1" presStyleIdx="6" presStyleCnt="8">
        <dgm:presLayoutVars>
          <dgm:bulletEnabled val="1"/>
        </dgm:presLayoutVars>
      </dgm:prSet>
      <dgm:spPr/>
    </dgm:pt>
    <dgm:pt modelId="{A3EBF5E9-7729-0E4F-957E-D5A5D0BE35BD}" type="pres">
      <dgm:prSet presAssocID="{2E2669AA-5F04-4299-90D1-35E539025ED2}" presName="sibTrans" presStyleLbl="sibTrans1D1" presStyleIdx="6" presStyleCnt="7"/>
      <dgm:spPr/>
    </dgm:pt>
    <dgm:pt modelId="{32EEA6C2-5E13-FB48-88AD-FE291239889F}" type="pres">
      <dgm:prSet presAssocID="{2E2669AA-5F04-4299-90D1-35E539025ED2}" presName="connectorText" presStyleLbl="sibTrans1D1" presStyleIdx="6" presStyleCnt="7"/>
      <dgm:spPr/>
    </dgm:pt>
    <dgm:pt modelId="{56740B68-FE1C-3847-A994-531164203CD8}" type="pres">
      <dgm:prSet presAssocID="{A679984A-8796-4E7D-A528-0C83AF389803}" presName="node" presStyleLbl="node1" presStyleIdx="7" presStyleCnt="8">
        <dgm:presLayoutVars>
          <dgm:bulletEnabled val="1"/>
        </dgm:presLayoutVars>
      </dgm:prSet>
      <dgm:spPr/>
    </dgm:pt>
  </dgm:ptLst>
  <dgm:cxnLst>
    <dgm:cxn modelId="{874C3702-79F4-4A9D-9FA0-216B92763D2C}" srcId="{CFD96095-E903-4D21-9DC2-6F36ED809607}" destId="{32D32485-CD26-45C4-9A2E-3362DF2BDC1E}" srcOrd="6" destOrd="0" parTransId="{F37691BE-6F9A-4249-A833-528638144E96}" sibTransId="{2E2669AA-5F04-4299-90D1-35E539025ED2}"/>
    <dgm:cxn modelId="{A35BD405-D64A-C544-91EA-5C20B4040A24}" type="presOf" srcId="{EE2ED75D-4DDD-4F3D-B98E-ECC904266606}" destId="{87E56173-6205-1C45-B006-C52B2785872E}" srcOrd="0" destOrd="0" presId="urn:microsoft.com/office/officeart/2016/7/layout/RepeatingBendingProcessNew"/>
    <dgm:cxn modelId="{8079D90D-087B-405B-A500-341147E31554}" srcId="{CFD96095-E903-4D21-9DC2-6F36ED809607}" destId="{AF75272D-BD01-482F-90DE-E206D2642A87}" srcOrd="4" destOrd="0" parTransId="{B879E7C9-DE08-4C17-815A-445B77544FE5}" sibTransId="{5906327D-B9E7-48EF-AA77-6866909C2BDF}"/>
    <dgm:cxn modelId="{5296332E-DEDD-CB4C-91D9-18EDABC199AC}" type="presOf" srcId="{B19BFF2E-BB87-4B45-9F5B-FC1212D32560}" destId="{A5606DE0-29E5-0847-B01C-A8E53668CE5C}" srcOrd="1" destOrd="0" presId="urn:microsoft.com/office/officeart/2016/7/layout/RepeatingBendingProcessNew"/>
    <dgm:cxn modelId="{0621D330-29AF-5644-AAE9-8D86026DF2F1}" type="presOf" srcId="{B19BFF2E-BB87-4B45-9F5B-FC1212D32560}" destId="{C65B8E4C-FE02-2247-B025-BF7CD642189F}" srcOrd="0" destOrd="0" presId="urn:microsoft.com/office/officeart/2016/7/layout/RepeatingBendingProcessNew"/>
    <dgm:cxn modelId="{A2994A31-F774-4C05-8D74-F02B8990DFA9}" srcId="{CFD96095-E903-4D21-9DC2-6F36ED809607}" destId="{A679984A-8796-4E7D-A528-0C83AF389803}" srcOrd="7" destOrd="0" parTransId="{302281D1-5469-4011-B542-721B2F75E9B9}" sibTransId="{17B9C2F5-95B7-44A7-946C-8C7C57A32BE3}"/>
    <dgm:cxn modelId="{F1608B34-DA64-594E-ACFA-C005BF881EA8}" type="presOf" srcId="{AF75272D-BD01-482F-90DE-E206D2642A87}" destId="{4FEF5142-C4C2-9549-AE8E-658FA62500E4}" srcOrd="0" destOrd="0" presId="urn:microsoft.com/office/officeart/2016/7/layout/RepeatingBendingProcessNew"/>
    <dgm:cxn modelId="{2D761749-F8C8-467F-A57E-92D165BE7335}" srcId="{CFD96095-E903-4D21-9DC2-6F36ED809607}" destId="{291FA2E4-3974-46E3-BB4A-62DA73D02591}" srcOrd="1" destOrd="0" parTransId="{923FB2B9-1357-4E06-8B87-E1B782573E5E}" sibTransId="{B19BFF2E-BB87-4B45-9F5B-FC1212D32560}"/>
    <dgm:cxn modelId="{0813A66A-47B3-EC4F-9C6B-DAF3065DBC3B}" type="presOf" srcId="{32D32485-CD26-45C4-9A2E-3362DF2BDC1E}" destId="{463C356E-DCE8-B741-94BD-39044498B2B6}" srcOrd="0" destOrd="0" presId="urn:microsoft.com/office/officeart/2016/7/layout/RepeatingBendingProcessNew"/>
    <dgm:cxn modelId="{D254FD6F-9961-B348-B014-9B6348A30363}" type="presOf" srcId="{5906327D-B9E7-48EF-AA77-6866909C2BDF}" destId="{762AF6D9-ADC6-C343-898E-392B28A3B89F}" srcOrd="0" destOrd="0" presId="urn:microsoft.com/office/officeart/2016/7/layout/RepeatingBendingProcessNew"/>
    <dgm:cxn modelId="{64E82B50-0175-DC44-97CD-8A45EA483AFA}" type="presOf" srcId="{ACE5FCF2-E2B8-49E6-B59F-E53000F71AAB}" destId="{B3CEF29B-70DD-B047-9041-7ABC37E50F68}" srcOrd="0" destOrd="0" presId="urn:microsoft.com/office/officeart/2016/7/layout/RepeatingBendingProcessNew"/>
    <dgm:cxn modelId="{E208B471-1692-634E-9EA7-282275CA1F5F}" type="presOf" srcId="{1D91942B-E769-4274-AF4D-33FFB20ECA5F}" destId="{08AC8DDC-0A4A-6443-B626-BF1B9BA19958}" srcOrd="0" destOrd="0" presId="urn:microsoft.com/office/officeart/2016/7/layout/RepeatingBendingProcessNew"/>
    <dgm:cxn modelId="{7A463952-E038-C14F-9F65-1984257E1239}" type="presOf" srcId="{67F795EC-9D84-47C8-ADEE-09E70253B29E}" destId="{141C2862-73B1-AE4A-ABE7-AA12317C7BA9}" srcOrd="0" destOrd="0" presId="urn:microsoft.com/office/officeart/2016/7/layout/RepeatingBendingProcessNew"/>
    <dgm:cxn modelId="{742FC252-ECF9-6545-BDE0-EF49D934E17F}" type="presOf" srcId="{9606467D-663D-4CEF-B8F4-6D2B43C03CA8}" destId="{04A81EEE-8C1A-B240-9D93-95620373F850}" srcOrd="0" destOrd="0" presId="urn:microsoft.com/office/officeart/2016/7/layout/RepeatingBendingProcessNew"/>
    <dgm:cxn modelId="{0501BD73-F730-E444-B636-A229730A1424}" type="presOf" srcId="{EE2ED75D-4DDD-4F3D-B98E-ECC904266606}" destId="{1CDB714E-932A-384C-A192-F5ECEB305648}" srcOrd="1" destOrd="0" presId="urn:microsoft.com/office/officeart/2016/7/layout/RepeatingBendingProcessNew"/>
    <dgm:cxn modelId="{BE2F4C74-0D0B-284D-84F7-4B73E4F85856}" type="presOf" srcId="{CFD96095-E903-4D21-9DC2-6F36ED809607}" destId="{639E2440-0216-CA40-A7D7-3B0CD0D6DE30}" srcOrd="0" destOrd="0" presId="urn:microsoft.com/office/officeart/2016/7/layout/RepeatingBendingProcessNew"/>
    <dgm:cxn modelId="{6B66AD79-A8C4-744F-9634-ECBEC68D4D4E}" type="presOf" srcId="{5906327D-B9E7-48EF-AA77-6866909C2BDF}" destId="{75A36942-24A2-D649-8F70-F5F7A45290BD}" srcOrd="1" destOrd="0" presId="urn:microsoft.com/office/officeart/2016/7/layout/RepeatingBendingProcessNew"/>
    <dgm:cxn modelId="{C792E988-8F8A-4E4C-B069-E32C139AB735}" type="presOf" srcId="{ACE5FCF2-E2B8-49E6-B59F-E53000F71AAB}" destId="{D76100CA-8123-C144-81FC-C49E0CC81C95}" srcOrd="1" destOrd="0" presId="urn:microsoft.com/office/officeart/2016/7/layout/RepeatingBendingProcessNew"/>
    <dgm:cxn modelId="{1456958E-0986-134D-A2E7-3F0B8C4E9868}" type="presOf" srcId="{2E2669AA-5F04-4299-90D1-35E539025ED2}" destId="{A3EBF5E9-7729-0E4F-957E-D5A5D0BE35BD}" srcOrd="0" destOrd="0" presId="urn:microsoft.com/office/officeart/2016/7/layout/RepeatingBendingProcessNew"/>
    <dgm:cxn modelId="{757D139D-2385-471D-BD3B-9C3497413401}" srcId="{CFD96095-E903-4D21-9DC2-6F36ED809607}" destId="{B93C11CA-3D90-4D6A-B9CB-907BC4399EF2}" srcOrd="0" destOrd="0" parTransId="{EFE4C878-A0AC-474C-AFAC-A41BD0AA371B}" sibTransId="{B5D84394-C09D-488F-8B25-577F1508DDFE}"/>
    <dgm:cxn modelId="{207395AE-E085-44B0-9F19-2E1CD4A999FF}" srcId="{CFD96095-E903-4D21-9DC2-6F36ED809607}" destId="{67F795EC-9D84-47C8-ADEE-09E70253B29E}" srcOrd="3" destOrd="0" parTransId="{322C68F9-835F-45D5-8791-B29EC2101EAF}" sibTransId="{ACE5FCF2-E2B8-49E6-B59F-E53000F71AAB}"/>
    <dgm:cxn modelId="{EC8389C3-623F-E946-9460-9F2E8376BA2B}" type="presOf" srcId="{B5D84394-C09D-488F-8B25-577F1508DDFE}" destId="{93C4EFA7-BF38-8245-8F9C-24069E8102CC}" srcOrd="0" destOrd="0" presId="urn:microsoft.com/office/officeart/2016/7/layout/RepeatingBendingProcessNew"/>
    <dgm:cxn modelId="{8821A6C8-60E9-F64E-8BC8-79A1C8D09FB4}" type="presOf" srcId="{2E2669AA-5F04-4299-90D1-35E539025ED2}" destId="{32EEA6C2-5E13-FB48-88AD-FE291239889F}" srcOrd="1" destOrd="0" presId="urn:microsoft.com/office/officeart/2016/7/layout/RepeatingBendingProcessNew"/>
    <dgm:cxn modelId="{063EE5D0-70F8-4AA4-9740-605224F897C9}" srcId="{CFD96095-E903-4D21-9DC2-6F36ED809607}" destId="{D510BC3F-A5A5-427C-A7CE-78B8683B1F07}" srcOrd="2" destOrd="0" parTransId="{894E1B34-DCF8-44BA-9FE3-E0F92F2C59E7}" sibTransId="{1D91942B-E769-4274-AF4D-33FFB20ECA5F}"/>
    <dgm:cxn modelId="{E35ABFD6-2403-884A-93DC-55BDB54223FD}" type="presOf" srcId="{D510BC3F-A5A5-427C-A7CE-78B8683B1F07}" destId="{1630541E-573B-C547-BC07-A6716F9916D8}" srcOrd="0" destOrd="0" presId="urn:microsoft.com/office/officeart/2016/7/layout/RepeatingBendingProcessNew"/>
    <dgm:cxn modelId="{191724DB-32C0-2645-B9C3-AFF9BFE50D20}" type="presOf" srcId="{B5D84394-C09D-488F-8B25-577F1508DDFE}" destId="{F4C6434A-DB05-C44A-BCBF-82DBCC7C79C8}" srcOrd="1" destOrd="0" presId="urn:microsoft.com/office/officeart/2016/7/layout/RepeatingBendingProcessNew"/>
    <dgm:cxn modelId="{E291D8E0-2C54-4D45-BA21-49FADB86C31B}" type="presOf" srcId="{291FA2E4-3974-46E3-BB4A-62DA73D02591}" destId="{8C17C495-25FD-1849-AC65-4AB1EE11525F}" srcOrd="0" destOrd="0" presId="urn:microsoft.com/office/officeart/2016/7/layout/RepeatingBendingProcessNew"/>
    <dgm:cxn modelId="{30DD90F4-E2A4-4E43-BE2F-F33686635BA7}" type="presOf" srcId="{B93C11CA-3D90-4D6A-B9CB-907BC4399EF2}" destId="{ABA76C58-2332-2D4C-BD5D-B7DC5CC50C64}" srcOrd="0" destOrd="0" presId="urn:microsoft.com/office/officeart/2016/7/layout/RepeatingBendingProcessNew"/>
    <dgm:cxn modelId="{9A4C67F7-E65B-D340-8957-A751A09280BB}" type="presOf" srcId="{A679984A-8796-4E7D-A528-0C83AF389803}" destId="{56740B68-FE1C-3847-A994-531164203CD8}" srcOrd="0" destOrd="0" presId="urn:microsoft.com/office/officeart/2016/7/layout/RepeatingBendingProcessNew"/>
    <dgm:cxn modelId="{F2E9FEFC-0F61-B242-B5A1-6DFDB87CC765}" type="presOf" srcId="{1D91942B-E769-4274-AF4D-33FFB20ECA5F}" destId="{EFFA098A-E3FB-E64C-A87D-721559BE105C}" srcOrd="1" destOrd="0" presId="urn:microsoft.com/office/officeart/2016/7/layout/RepeatingBendingProcessNew"/>
    <dgm:cxn modelId="{5452CDFF-2F5B-4C30-A9D7-69EBC986F6AF}" srcId="{CFD96095-E903-4D21-9DC2-6F36ED809607}" destId="{9606467D-663D-4CEF-B8F4-6D2B43C03CA8}" srcOrd="5" destOrd="0" parTransId="{5E3BC8B6-CFF7-4724-A065-1CA71EA5AFAB}" sibTransId="{EE2ED75D-4DDD-4F3D-B98E-ECC904266606}"/>
    <dgm:cxn modelId="{7FC3D3F3-2BF4-C242-B327-E6533AD81A4A}" type="presParOf" srcId="{639E2440-0216-CA40-A7D7-3B0CD0D6DE30}" destId="{ABA76C58-2332-2D4C-BD5D-B7DC5CC50C64}" srcOrd="0" destOrd="0" presId="urn:microsoft.com/office/officeart/2016/7/layout/RepeatingBendingProcessNew"/>
    <dgm:cxn modelId="{C3D2DF4F-D7F0-1D4A-A1C2-2655D2B7663E}" type="presParOf" srcId="{639E2440-0216-CA40-A7D7-3B0CD0D6DE30}" destId="{93C4EFA7-BF38-8245-8F9C-24069E8102CC}" srcOrd="1" destOrd="0" presId="urn:microsoft.com/office/officeart/2016/7/layout/RepeatingBendingProcessNew"/>
    <dgm:cxn modelId="{DB9BD5F0-401D-3A44-9B20-59DA20721B6D}" type="presParOf" srcId="{93C4EFA7-BF38-8245-8F9C-24069E8102CC}" destId="{F4C6434A-DB05-C44A-BCBF-82DBCC7C79C8}" srcOrd="0" destOrd="0" presId="urn:microsoft.com/office/officeart/2016/7/layout/RepeatingBendingProcessNew"/>
    <dgm:cxn modelId="{C0B66721-8E3F-4A42-BE5F-63AF16F1DC2B}" type="presParOf" srcId="{639E2440-0216-CA40-A7D7-3B0CD0D6DE30}" destId="{8C17C495-25FD-1849-AC65-4AB1EE11525F}" srcOrd="2" destOrd="0" presId="urn:microsoft.com/office/officeart/2016/7/layout/RepeatingBendingProcessNew"/>
    <dgm:cxn modelId="{377942E1-F8E2-D543-9938-4D427B45365B}" type="presParOf" srcId="{639E2440-0216-CA40-A7D7-3B0CD0D6DE30}" destId="{C65B8E4C-FE02-2247-B025-BF7CD642189F}" srcOrd="3" destOrd="0" presId="urn:microsoft.com/office/officeart/2016/7/layout/RepeatingBendingProcessNew"/>
    <dgm:cxn modelId="{22EA3456-0646-EF41-BB89-1C6860FADE00}" type="presParOf" srcId="{C65B8E4C-FE02-2247-B025-BF7CD642189F}" destId="{A5606DE0-29E5-0847-B01C-A8E53668CE5C}" srcOrd="0" destOrd="0" presId="urn:microsoft.com/office/officeart/2016/7/layout/RepeatingBendingProcessNew"/>
    <dgm:cxn modelId="{D6128727-0ADE-5C4D-83BF-603B073AE49F}" type="presParOf" srcId="{639E2440-0216-CA40-A7D7-3B0CD0D6DE30}" destId="{1630541E-573B-C547-BC07-A6716F9916D8}" srcOrd="4" destOrd="0" presId="urn:microsoft.com/office/officeart/2016/7/layout/RepeatingBendingProcessNew"/>
    <dgm:cxn modelId="{20F24DB1-D0F3-224F-BFCA-2CA2FC84934F}" type="presParOf" srcId="{639E2440-0216-CA40-A7D7-3B0CD0D6DE30}" destId="{08AC8DDC-0A4A-6443-B626-BF1B9BA19958}" srcOrd="5" destOrd="0" presId="urn:microsoft.com/office/officeart/2016/7/layout/RepeatingBendingProcessNew"/>
    <dgm:cxn modelId="{68993A0D-0904-4C43-8D47-F8E4DF6903B8}" type="presParOf" srcId="{08AC8DDC-0A4A-6443-B626-BF1B9BA19958}" destId="{EFFA098A-E3FB-E64C-A87D-721559BE105C}" srcOrd="0" destOrd="0" presId="urn:microsoft.com/office/officeart/2016/7/layout/RepeatingBendingProcessNew"/>
    <dgm:cxn modelId="{CDAA8CDB-2F88-554A-B764-661D607F0FA0}" type="presParOf" srcId="{639E2440-0216-CA40-A7D7-3B0CD0D6DE30}" destId="{141C2862-73B1-AE4A-ABE7-AA12317C7BA9}" srcOrd="6" destOrd="0" presId="urn:microsoft.com/office/officeart/2016/7/layout/RepeatingBendingProcessNew"/>
    <dgm:cxn modelId="{4DA96930-5750-764F-8602-562C76CEB78C}" type="presParOf" srcId="{639E2440-0216-CA40-A7D7-3B0CD0D6DE30}" destId="{B3CEF29B-70DD-B047-9041-7ABC37E50F68}" srcOrd="7" destOrd="0" presId="urn:microsoft.com/office/officeart/2016/7/layout/RepeatingBendingProcessNew"/>
    <dgm:cxn modelId="{078DA012-151A-9E44-95EB-FA9F7559BADE}" type="presParOf" srcId="{B3CEF29B-70DD-B047-9041-7ABC37E50F68}" destId="{D76100CA-8123-C144-81FC-C49E0CC81C95}" srcOrd="0" destOrd="0" presId="urn:microsoft.com/office/officeart/2016/7/layout/RepeatingBendingProcessNew"/>
    <dgm:cxn modelId="{C1C8C944-BA4C-4046-A8D3-390F655D34D7}" type="presParOf" srcId="{639E2440-0216-CA40-A7D7-3B0CD0D6DE30}" destId="{4FEF5142-C4C2-9549-AE8E-658FA62500E4}" srcOrd="8" destOrd="0" presId="urn:microsoft.com/office/officeart/2016/7/layout/RepeatingBendingProcessNew"/>
    <dgm:cxn modelId="{9CA61D4C-E980-1948-AB97-8A69C1818DCB}" type="presParOf" srcId="{639E2440-0216-CA40-A7D7-3B0CD0D6DE30}" destId="{762AF6D9-ADC6-C343-898E-392B28A3B89F}" srcOrd="9" destOrd="0" presId="urn:microsoft.com/office/officeart/2016/7/layout/RepeatingBendingProcessNew"/>
    <dgm:cxn modelId="{46BC5699-D922-EF4F-9C7E-CBB2E7DC3C82}" type="presParOf" srcId="{762AF6D9-ADC6-C343-898E-392B28A3B89F}" destId="{75A36942-24A2-D649-8F70-F5F7A45290BD}" srcOrd="0" destOrd="0" presId="urn:microsoft.com/office/officeart/2016/7/layout/RepeatingBendingProcessNew"/>
    <dgm:cxn modelId="{C35D6B02-4FE0-154A-9BAC-A1C7111A5F34}" type="presParOf" srcId="{639E2440-0216-CA40-A7D7-3B0CD0D6DE30}" destId="{04A81EEE-8C1A-B240-9D93-95620373F850}" srcOrd="10" destOrd="0" presId="urn:microsoft.com/office/officeart/2016/7/layout/RepeatingBendingProcessNew"/>
    <dgm:cxn modelId="{83D28433-378B-524F-ADFF-3AA3F99936D0}" type="presParOf" srcId="{639E2440-0216-CA40-A7D7-3B0CD0D6DE30}" destId="{87E56173-6205-1C45-B006-C52B2785872E}" srcOrd="11" destOrd="0" presId="urn:microsoft.com/office/officeart/2016/7/layout/RepeatingBendingProcessNew"/>
    <dgm:cxn modelId="{0C4A9AFC-D8E1-8A49-9210-2122122A1E5A}" type="presParOf" srcId="{87E56173-6205-1C45-B006-C52B2785872E}" destId="{1CDB714E-932A-384C-A192-F5ECEB305648}" srcOrd="0" destOrd="0" presId="urn:microsoft.com/office/officeart/2016/7/layout/RepeatingBendingProcessNew"/>
    <dgm:cxn modelId="{7C10415E-6EEA-124D-A0DB-E790B3231BF4}" type="presParOf" srcId="{639E2440-0216-CA40-A7D7-3B0CD0D6DE30}" destId="{463C356E-DCE8-B741-94BD-39044498B2B6}" srcOrd="12" destOrd="0" presId="urn:microsoft.com/office/officeart/2016/7/layout/RepeatingBendingProcessNew"/>
    <dgm:cxn modelId="{781BED68-AEEC-004D-B76E-E638406F0849}" type="presParOf" srcId="{639E2440-0216-CA40-A7D7-3B0CD0D6DE30}" destId="{A3EBF5E9-7729-0E4F-957E-D5A5D0BE35BD}" srcOrd="13" destOrd="0" presId="urn:microsoft.com/office/officeart/2016/7/layout/RepeatingBendingProcessNew"/>
    <dgm:cxn modelId="{AF616B2B-290C-5A47-9659-B2429D7E9A91}" type="presParOf" srcId="{A3EBF5E9-7729-0E4F-957E-D5A5D0BE35BD}" destId="{32EEA6C2-5E13-FB48-88AD-FE291239889F}" srcOrd="0" destOrd="0" presId="urn:microsoft.com/office/officeart/2016/7/layout/RepeatingBendingProcessNew"/>
    <dgm:cxn modelId="{484C397C-8677-0A4F-8524-AFBC479DF478}" type="presParOf" srcId="{639E2440-0216-CA40-A7D7-3B0CD0D6DE30}" destId="{56740B68-FE1C-3847-A994-531164203CD8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E9B2A6-501F-4AC8-882C-F52A9D95E5E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91B9160-C36E-4C41-B179-CC636BCEA7B7}">
      <dgm:prSet/>
      <dgm:spPr/>
      <dgm:t>
        <a:bodyPr/>
        <a:lstStyle/>
        <a:p>
          <a:r>
            <a:rPr lang="en-US"/>
            <a:t>Quality assurance aims to assure that quality work 	and quality deliverables will be built in before 	work is done</a:t>
          </a:r>
        </a:p>
      </dgm:t>
    </dgm:pt>
    <dgm:pt modelId="{91269BB8-0F26-4BAE-BE36-2F786164404D}" type="parTrans" cxnId="{BAB269B4-5B41-4796-A431-8FC0AA016876}">
      <dgm:prSet/>
      <dgm:spPr/>
      <dgm:t>
        <a:bodyPr/>
        <a:lstStyle/>
        <a:p>
          <a:endParaRPr lang="en-US"/>
        </a:p>
      </dgm:t>
    </dgm:pt>
    <dgm:pt modelId="{2980BFFD-3B45-47BB-B733-35644DF09205}" type="sibTrans" cxnId="{BAB269B4-5B41-4796-A431-8FC0AA016876}">
      <dgm:prSet/>
      <dgm:spPr/>
      <dgm:t>
        <a:bodyPr/>
        <a:lstStyle/>
        <a:p>
          <a:endParaRPr lang="en-US"/>
        </a:p>
      </dgm:t>
    </dgm:pt>
    <dgm:pt modelId="{9604B2A8-7204-43E6-9300-C91239E5CA88}">
      <dgm:prSet/>
      <dgm:spPr/>
      <dgm:t>
        <a:bodyPr/>
        <a:lstStyle/>
        <a:p>
          <a:r>
            <a:rPr lang="en-US"/>
            <a:t>Quality control aims to determine that quality 	work and quality deliverables did occur after work 	was done</a:t>
          </a:r>
        </a:p>
      </dgm:t>
    </dgm:pt>
    <dgm:pt modelId="{BBB6C895-0863-4B00-A5F8-4F780712EFF9}" type="parTrans" cxnId="{FBF3BDDF-995B-42F1-B8AC-68F81EEA82B3}">
      <dgm:prSet/>
      <dgm:spPr/>
      <dgm:t>
        <a:bodyPr/>
        <a:lstStyle/>
        <a:p>
          <a:endParaRPr lang="en-US"/>
        </a:p>
      </dgm:t>
    </dgm:pt>
    <dgm:pt modelId="{5E5B8D76-BB09-4961-A70E-4A745396343F}" type="sibTrans" cxnId="{FBF3BDDF-995B-42F1-B8AC-68F81EEA82B3}">
      <dgm:prSet/>
      <dgm:spPr/>
      <dgm:t>
        <a:bodyPr/>
        <a:lstStyle/>
        <a:p>
          <a:endParaRPr lang="en-US"/>
        </a:p>
      </dgm:t>
    </dgm:pt>
    <dgm:pt modelId="{3D25AD0F-5F83-4234-96B4-396DD3FF7A98}">
      <dgm:prSet/>
      <dgm:spPr/>
      <dgm:t>
        <a:bodyPr/>
        <a:lstStyle/>
        <a:p>
          <a:r>
            <a:rPr lang="en-US"/>
            <a:t>Quality control is conducted by inspection and 	testing Of materials, workmanship and product</a:t>
          </a:r>
        </a:p>
      </dgm:t>
    </dgm:pt>
    <dgm:pt modelId="{185537C9-8314-4808-A526-1EBE83A1032C}" type="parTrans" cxnId="{3A8A93C1-248B-424D-B78E-05A2EBAE2E76}">
      <dgm:prSet/>
      <dgm:spPr/>
      <dgm:t>
        <a:bodyPr/>
        <a:lstStyle/>
        <a:p>
          <a:endParaRPr lang="en-US"/>
        </a:p>
      </dgm:t>
    </dgm:pt>
    <dgm:pt modelId="{55CED015-7D7F-49AA-B934-312B6E221B58}" type="sibTrans" cxnId="{3A8A93C1-248B-424D-B78E-05A2EBAE2E76}">
      <dgm:prSet/>
      <dgm:spPr/>
      <dgm:t>
        <a:bodyPr/>
        <a:lstStyle/>
        <a:p>
          <a:endParaRPr lang="en-US"/>
        </a:p>
      </dgm:t>
    </dgm:pt>
    <dgm:pt modelId="{C4A0884D-88C2-4D48-B454-8E3028671C94}" type="pres">
      <dgm:prSet presAssocID="{9AE9B2A6-501F-4AC8-882C-F52A9D95E5E8}" presName="root" presStyleCnt="0">
        <dgm:presLayoutVars>
          <dgm:dir/>
          <dgm:resizeHandles val="exact"/>
        </dgm:presLayoutVars>
      </dgm:prSet>
      <dgm:spPr/>
    </dgm:pt>
    <dgm:pt modelId="{7A3BEAA8-746F-43BF-8203-038E1BE92529}" type="pres">
      <dgm:prSet presAssocID="{9AE9B2A6-501F-4AC8-882C-F52A9D95E5E8}" presName="container" presStyleCnt="0">
        <dgm:presLayoutVars>
          <dgm:dir/>
          <dgm:resizeHandles val="exact"/>
        </dgm:presLayoutVars>
      </dgm:prSet>
      <dgm:spPr/>
    </dgm:pt>
    <dgm:pt modelId="{18C401EC-C766-4B9B-B7D7-FF003866B0F7}" type="pres">
      <dgm:prSet presAssocID="{291B9160-C36E-4C41-B179-CC636BCEA7B7}" presName="compNode" presStyleCnt="0"/>
      <dgm:spPr/>
    </dgm:pt>
    <dgm:pt modelId="{E37FFB56-1518-493E-AA7A-7BB0FB32A06B}" type="pres">
      <dgm:prSet presAssocID="{291B9160-C36E-4C41-B179-CC636BCEA7B7}" presName="iconBgRect" presStyleLbl="bgShp" presStyleIdx="0" presStyleCnt="3"/>
      <dgm:spPr/>
    </dgm:pt>
    <dgm:pt modelId="{B1D2CE7A-6A1B-4887-BE51-6B1FD1A2D82E}" type="pres">
      <dgm:prSet presAssocID="{291B9160-C36E-4C41-B179-CC636BCEA7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CFF5A2E-DCF1-4162-8F34-F40A0DCAEE9F}" type="pres">
      <dgm:prSet presAssocID="{291B9160-C36E-4C41-B179-CC636BCEA7B7}" presName="spaceRect" presStyleCnt="0"/>
      <dgm:spPr/>
    </dgm:pt>
    <dgm:pt modelId="{C45718A2-6103-4438-9C4F-856A1D1D23EB}" type="pres">
      <dgm:prSet presAssocID="{291B9160-C36E-4C41-B179-CC636BCEA7B7}" presName="textRect" presStyleLbl="revTx" presStyleIdx="0" presStyleCnt="3">
        <dgm:presLayoutVars>
          <dgm:chMax val="1"/>
          <dgm:chPref val="1"/>
        </dgm:presLayoutVars>
      </dgm:prSet>
      <dgm:spPr/>
    </dgm:pt>
    <dgm:pt modelId="{0ED3499B-2B4F-47A4-9FBC-9C0F9BBBD64E}" type="pres">
      <dgm:prSet presAssocID="{2980BFFD-3B45-47BB-B733-35644DF09205}" presName="sibTrans" presStyleLbl="sibTrans2D1" presStyleIdx="0" presStyleCnt="0"/>
      <dgm:spPr/>
    </dgm:pt>
    <dgm:pt modelId="{663F9163-9F57-4A32-85CA-11A7F4B4217F}" type="pres">
      <dgm:prSet presAssocID="{9604B2A8-7204-43E6-9300-C91239E5CA88}" presName="compNode" presStyleCnt="0"/>
      <dgm:spPr/>
    </dgm:pt>
    <dgm:pt modelId="{CE4B0DFE-F00A-44A1-982C-FDF0C89EEF2A}" type="pres">
      <dgm:prSet presAssocID="{9604B2A8-7204-43E6-9300-C91239E5CA88}" presName="iconBgRect" presStyleLbl="bgShp" presStyleIdx="1" presStyleCnt="3"/>
      <dgm:spPr/>
    </dgm:pt>
    <dgm:pt modelId="{E419D523-72F3-40D6-BA68-BA246E0D1973}" type="pres">
      <dgm:prSet presAssocID="{9604B2A8-7204-43E6-9300-C91239E5CA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0FA3D144-362E-4C3A-8354-F86C37DEADAE}" type="pres">
      <dgm:prSet presAssocID="{9604B2A8-7204-43E6-9300-C91239E5CA88}" presName="spaceRect" presStyleCnt="0"/>
      <dgm:spPr/>
    </dgm:pt>
    <dgm:pt modelId="{3B45DB07-CD79-48C8-BA1C-BA22E33D7744}" type="pres">
      <dgm:prSet presAssocID="{9604B2A8-7204-43E6-9300-C91239E5CA88}" presName="textRect" presStyleLbl="revTx" presStyleIdx="1" presStyleCnt="3">
        <dgm:presLayoutVars>
          <dgm:chMax val="1"/>
          <dgm:chPref val="1"/>
        </dgm:presLayoutVars>
      </dgm:prSet>
      <dgm:spPr/>
    </dgm:pt>
    <dgm:pt modelId="{98336AAA-8B6E-4CB0-AD98-3FC0A7759CE1}" type="pres">
      <dgm:prSet presAssocID="{5E5B8D76-BB09-4961-A70E-4A745396343F}" presName="sibTrans" presStyleLbl="sibTrans2D1" presStyleIdx="0" presStyleCnt="0"/>
      <dgm:spPr/>
    </dgm:pt>
    <dgm:pt modelId="{621D210A-9392-4A0A-AC9A-782AB2520EE2}" type="pres">
      <dgm:prSet presAssocID="{3D25AD0F-5F83-4234-96B4-396DD3FF7A98}" presName="compNode" presStyleCnt="0"/>
      <dgm:spPr/>
    </dgm:pt>
    <dgm:pt modelId="{15F62706-B33F-4594-B3B9-8AC96723FA07}" type="pres">
      <dgm:prSet presAssocID="{3D25AD0F-5F83-4234-96B4-396DD3FF7A98}" presName="iconBgRect" presStyleLbl="bgShp" presStyleIdx="2" presStyleCnt="3"/>
      <dgm:spPr/>
    </dgm:pt>
    <dgm:pt modelId="{30E93722-149A-4D31-B11C-547F7B2FBEE4}" type="pres">
      <dgm:prSet presAssocID="{3D25AD0F-5F83-4234-96B4-396DD3FF7A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68B38B3E-E894-4982-9B01-872C6DC4B542}" type="pres">
      <dgm:prSet presAssocID="{3D25AD0F-5F83-4234-96B4-396DD3FF7A98}" presName="spaceRect" presStyleCnt="0"/>
      <dgm:spPr/>
    </dgm:pt>
    <dgm:pt modelId="{CF942AEA-C5C1-4D5E-9087-9CDB6677E9F9}" type="pres">
      <dgm:prSet presAssocID="{3D25AD0F-5F83-4234-96B4-396DD3FF7A9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9E1E5C-DA55-4E1F-BE14-2A7EA2099165}" type="presOf" srcId="{3D25AD0F-5F83-4234-96B4-396DD3FF7A98}" destId="{CF942AEA-C5C1-4D5E-9087-9CDB6677E9F9}" srcOrd="0" destOrd="0" presId="urn:microsoft.com/office/officeart/2018/2/layout/IconCircleList"/>
    <dgm:cxn modelId="{1029814B-6221-476B-9CD8-2B17DCBAF8B7}" type="presOf" srcId="{2980BFFD-3B45-47BB-B733-35644DF09205}" destId="{0ED3499B-2B4F-47A4-9FBC-9C0F9BBBD64E}" srcOrd="0" destOrd="0" presId="urn:microsoft.com/office/officeart/2018/2/layout/IconCircleList"/>
    <dgm:cxn modelId="{6485CA98-330F-45A9-A1F0-9D7FCE8B2E07}" type="presOf" srcId="{291B9160-C36E-4C41-B179-CC636BCEA7B7}" destId="{C45718A2-6103-4438-9C4F-856A1D1D23EB}" srcOrd="0" destOrd="0" presId="urn:microsoft.com/office/officeart/2018/2/layout/IconCircleList"/>
    <dgm:cxn modelId="{BAB269B4-5B41-4796-A431-8FC0AA016876}" srcId="{9AE9B2A6-501F-4AC8-882C-F52A9D95E5E8}" destId="{291B9160-C36E-4C41-B179-CC636BCEA7B7}" srcOrd="0" destOrd="0" parTransId="{91269BB8-0F26-4BAE-BE36-2F786164404D}" sibTransId="{2980BFFD-3B45-47BB-B733-35644DF09205}"/>
    <dgm:cxn modelId="{3A8A93C1-248B-424D-B78E-05A2EBAE2E76}" srcId="{9AE9B2A6-501F-4AC8-882C-F52A9D95E5E8}" destId="{3D25AD0F-5F83-4234-96B4-396DD3FF7A98}" srcOrd="2" destOrd="0" parTransId="{185537C9-8314-4808-A526-1EBE83A1032C}" sibTransId="{55CED015-7D7F-49AA-B934-312B6E221B58}"/>
    <dgm:cxn modelId="{75B228CA-123F-41CE-AB0C-EE57451133E0}" type="presOf" srcId="{5E5B8D76-BB09-4961-A70E-4A745396343F}" destId="{98336AAA-8B6E-4CB0-AD98-3FC0A7759CE1}" srcOrd="0" destOrd="0" presId="urn:microsoft.com/office/officeart/2018/2/layout/IconCircleList"/>
    <dgm:cxn modelId="{57C8DEDE-B507-49CB-A012-3E9E81BEE9A5}" type="presOf" srcId="{9604B2A8-7204-43E6-9300-C91239E5CA88}" destId="{3B45DB07-CD79-48C8-BA1C-BA22E33D7744}" srcOrd="0" destOrd="0" presId="urn:microsoft.com/office/officeart/2018/2/layout/IconCircleList"/>
    <dgm:cxn modelId="{FBF3BDDF-995B-42F1-B8AC-68F81EEA82B3}" srcId="{9AE9B2A6-501F-4AC8-882C-F52A9D95E5E8}" destId="{9604B2A8-7204-43E6-9300-C91239E5CA88}" srcOrd="1" destOrd="0" parTransId="{BBB6C895-0863-4B00-A5F8-4F780712EFF9}" sibTransId="{5E5B8D76-BB09-4961-A70E-4A745396343F}"/>
    <dgm:cxn modelId="{CC739BE7-966A-4762-A0E9-215238B877D3}" type="presOf" srcId="{9AE9B2A6-501F-4AC8-882C-F52A9D95E5E8}" destId="{C4A0884D-88C2-4D48-B454-8E3028671C94}" srcOrd="0" destOrd="0" presId="urn:microsoft.com/office/officeart/2018/2/layout/IconCircleList"/>
    <dgm:cxn modelId="{CB37C269-CD6D-4996-9922-5E8F1D55E76D}" type="presParOf" srcId="{C4A0884D-88C2-4D48-B454-8E3028671C94}" destId="{7A3BEAA8-746F-43BF-8203-038E1BE92529}" srcOrd="0" destOrd="0" presId="urn:microsoft.com/office/officeart/2018/2/layout/IconCircleList"/>
    <dgm:cxn modelId="{8E4949CF-1914-4DD2-A5F4-C26FD511E230}" type="presParOf" srcId="{7A3BEAA8-746F-43BF-8203-038E1BE92529}" destId="{18C401EC-C766-4B9B-B7D7-FF003866B0F7}" srcOrd="0" destOrd="0" presId="urn:microsoft.com/office/officeart/2018/2/layout/IconCircleList"/>
    <dgm:cxn modelId="{26631E01-3D10-4A3F-BAB6-95429162B029}" type="presParOf" srcId="{18C401EC-C766-4B9B-B7D7-FF003866B0F7}" destId="{E37FFB56-1518-493E-AA7A-7BB0FB32A06B}" srcOrd="0" destOrd="0" presId="urn:microsoft.com/office/officeart/2018/2/layout/IconCircleList"/>
    <dgm:cxn modelId="{6E9D246A-B201-4205-BF3D-0630F48DC070}" type="presParOf" srcId="{18C401EC-C766-4B9B-B7D7-FF003866B0F7}" destId="{B1D2CE7A-6A1B-4887-BE51-6B1FD1A2D82E}" srcOrd="1" destOrd="0" presId="urn:microsoft.com/office/officeart/2018/2/layout/IconCircleList"/>
    <dgm:cxn modelId="{30DF5BD6-1729-448C-9D73-B747F558DE32}" type="presParOf" srcId="{18C401EC-C766-4B9B-B7D7-FF003866B0F7}" destId="{0CFF5A2E-DCF1-4162-8F34-F40A0DCAEE9F}" srcOrd="2" destOrd="0" presId="urn:microsoft.com/office/officeart/2018/2/layout/IconCircleList"/>
    <dgm:cxn modelId="{F77970B7-EDC9-4E8C-85CE-9D368DFDD9A8}" type="presParOf" srcId="{18C401EC-C766-4B9B-B7D7-FF003866B0F7}" destId="{C45718A2-6103-4438-9C4F-856A1D1D23EB}" srcOrd="3" destOrd="0" presId="urn:microsoft.com/office/officeart/2018/2/layout/IconCircleList"/>
    <dgm:cxn modelId="{DCF4FC3A-462F-495C-B2AF-CFCE88E52338}" type="presParOf" srcId="{7A3BEAA8-746F-43BF-8203-038E1BE92529}" destId="{0ED3499B-2B4F-47A4-9FBC-9C0F9BBBD64E}" srcOrd="1" destOrd="0" presId="urn:microsoft.com/office/officeart/2018/2/layout/IconCircleList"/>
    <dgm:cxn modelId="{DC803E1F-4C0C-4965-9E7E-2618747D1500}" type="presParOf" srcId="{7A3BEAA8-746F-43BF-8203-038E1BE92529}" destId="{663F9163-9F57-4A32-85CA-11A7F4B4217F}" srcOrd="2" destOrd="0" presId="urn:microsoft.com/office/officeart/2018/2/layout/IconCircleList"/>
    <dgm:cxn modelId="{C8FF0BBC-49C0-4BDE-8827-CD9BF2E030EA}" type="presParOf" srcId="{663F9163-9F57-4A32-85CA-11A7F4B4217F}" destId="{CE4B0DFE-F00A-44A1-982C-FDF0C89EEF2A}" srcOrd="0" destOrd="0" presId="urn:microsoft.com/office/officeart/2018/2/layout/IconCircleList"/>
    <dgm:cxn modelId="{C1B0C04B-2F6D-4EAB-B958-4825D9BB9C08}" type="presParOf" srcId="{663F9163-9F57-4A32-85CA-11A7F4B4217F}" destId="{E419D523-72F3-40D6-BA68-BA246E0D1973}" srcOrd="1" destOrd="0" presId="urn:microsoft.com/office/officeart/2018/2/layout/IconCircleList"/>
    <dgm:cxn modelId="{031ACE84-4559-4013-BC61-06AC6FB33F6E}" type="presParOf" srcId="{663F9163-9F57-4A32-85CA-11A7F4B4217F}" destId="{0FA3D144-362E-4C3A-8354-F86C37DEADAE}" srcOrd="2" destOrd="0" presId="urn:microsoft.com/office/officeart/2018/2/layout/IconCircleList"/>
    <dgm:cxn modelId="{96A642BE-258D-4055-9B70-54C0695C8235}" type="presParOf" srcId="{663F9163-9F57-4A32-85CA-11A7F4B4217F}" destId="{3B45DB07-CD79-48C8-BA1C-BA22E33D7744}" srcOrd="3" destOrd="0" presId="urn:microsoft.com/office/officeart/2018/2/layout/IconCircleList"/>
    <dgm:cxn modelId="{45868031-0F3E-4A6B-8F81-939519239AAD}" type="presParOf" srcId="{7A3BEAA8-746F-43BF-8203-038E1BE92529}" destId="{98336AAA-8B6E-4CB0-AD98-3FC0A7759CE1}" srcOrd="3" destOrd="0" presId="urn:microsoft.com/office/officeart/2018/2/layout/IconCircleList"/>
    <dgm:cxn modelId="{0CFF1A3C-DAAD-46C6-89A7-26A3FC220A9C}" type="presParOf" srcId="{7A3BEAA8-746F-43BF-8203-038E1BE92529}" destId="{621D210A-9392-4A0A-AC9A-782AB2520EE2}" srcOrd="4" destOrd="0" presId="urn:microsoft.com/office/officeart/2018/2/layout/IconCircleList"/>
    <dgm:cxn modelId="{785CD7D7-EC3E-4A0F-AD15-AB6F4D1203C7}" type="presParOf" srcId="{621D210A-9392-4A0A-AC9A-782AB2520EE2}" destId="{15F62706-B33F-4594-B3B9-8AC96723FA07}" srcOrd="0" destOrd="0" presId="urn:microsoft.com/office/officeart/2018/2/layout/IconCircleList"/>
    <dgm:cxn modelId="{ECD2134B-08ED-40F5-B313-E28723A7F559}" type="presParOf" srcId="{621D210A-9392-4A0A-AC9A-782AB2520EE2}" destId="{30E93722-149A-4D31-B11C-547F7B2FBEE4}" srcOrd="1" destOrd="0" presId="urn:microsoft.com/office/officeart/2018/2/layout/IconCircleList"/>
    <dgm:cxn modelId="{350737CA-DA5E-47F2-85F1-3F693BDC9417}" type="presParOf" srcId="{621D210A-9392-4A0A-AC9A-782AB2520EE2}" destId="{68B38B3E-E894-4982-9B01-872C6DC4B542}" srcOrd="2" destOrd="0" presId="urn:microsoft.com/office/officeart/2018/2/layout/IconCircleList"/>
    <dgm:cxn modelId="{924646A8-FB41-4501-AC5E-F3BB9AA53B91}" type="presParOf" srcId="{621D210A-9392-4A0A-AC9A-782AB2520EE2}" destId="{CF942AEA-C5C1-4D5E-9087-9CDB6677E9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C616C-5BF0-4747-A0B4-5F206B96B43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C7988-9F7D-4EE4-B1BC-A077F1ED44C8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6F6EC-0B39-41AF-9DCE-6E9C5FB4BF00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Traditional management provides you with…</a:t>
          </a:r>
          <a:r>
            <a:rPr lang="en-US" sz="1700" kern="1200"/>
            <a:t> </a:t>
          </a:r>
        </a:p>
      </dsp:txBody>
      <dsp:txXfrm>
        <a:off x="1834517" y="469890"/>
        <a:ext cx="3148942" cy="1335915"/>
      </dsp:txXfrm>
    </dsp:sp>
    <dsp:sp modelId="{921C1539-DCDB-4DB2-A1E9-D76F318485C0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6E159-1017-4FF6-8E0D-25D0A4C48F1B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C53B5-4CD0-4631-931F-BEBB26C61D8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much money and time a particular job is likely to require prior to starting and once stated, how much money was spent at any given time.</a:t>
          </a:r>
        </a:p>
      </dsp:txBody>
      <dsp:txXfrm>
        <a:off x="7154322" y="469890"/>
        <a:ext cx="3148942" cy="1335915"/>
      </dsp:txXfrm>
    </dsp:sp>
    <dsp:sp modelId="{1EA99906-9A43-4CDD-BF20-48C68D72169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BEA9D-3E9C-4486-9467-C6BDE97B1920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FEA0B-B3E4-440E-A104-2BB2D5CBCFEC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While </a:t>
          </a:r>
          <a:r>
            <a:rPr lang="en-US" sz="1700" b="1" kern="1200"/>
            <a:t>Earned Value Management provides you with…</a:t>
          </a:r>
          <a:endParaRPr lang="en-US" sz="1700" kern="1200"/>
        </a:p>
      </dsp:txBody>
      <dsp:txXfrm>
        <a:off x="1834517" y="2545532"/>
        <a:ext cx="3148942" cy="1335915"/>
      </dsp:txXfrm>
    </dsp:sp>
    <dsp:sp modelId="{04EB000E-3E1B-4F0C-8A2E-016B4C0FC67C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6D871-439E-4BED-B32F-6FC95B9C24A0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7A914-056A-4957-89C2-02CA804ED05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much money and time a particular job is likely to require prior to starting and once stated, how much money was spent at any given time.</a:t>
          </a: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7B4C2-8360-D84E-BE5B-615A3A0382C1}">
      <dsp:nvSpPr>
        <dsp:cNvPr id="0" name=""/>
        <dsp:cNvSpPr/>
      </dsp:nvSpPr>
      <dsp:spPr>
        <a:xfrm>
          <a:off x="3594" y="813467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Clearly define each activity</a:t>
          </a:r>
          <a:r>
            <a:rPr lang="en-US" sz="1400" b="1" kern="1200"/>
            <a:t> </a:t>
          </a:r>
          <a:r>
            <a:rPr lang="en-US" sz="1400" kern="1200"/>
            <a:t>including its resource needs and budget.</a:t>
          </a:r>
        </a:p>
      </dsp:txBody>
      <dsp:txXfrm>
        <a:off x="3594" y="1848740"/>
        <a:ext cx="1946002" cy="1634641"/>
      </dsp:txXfrm>
    </dsp:sp>
    <dsp:sp modelId="{3CAB5256-BE0A-1E41-9C8E-89E3C8CAEB05}">
      <dsp:nvSpPr>
        <dsp:cNvPr id="0" name=""/>
        <dsp:cNvSpPr/>
      </dsp:nvSpPr>
      <dsp:spPr>
        <a:xfrm>
          <a:off x="567934" y="1085907"/>
          <a:ext cx="817320" cy="81732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628" y="1205601"/>
        <a:ext cx="577932" cy="577932"/>
      </dsp:txXfrm>
    </dsp:sp>
    <dsp:sp modelId="{116BBE62-0249-D642-90A9-0C5E9BB34207}">
      <dsp:nvSpPr>
        <dsp:cNvPr id="0" name=""/>
        <dsp:cNvSpPr/>
      </dsp:nvSpPr>
      <dsp:spPr>
        <a:xfrm>
          <a:off x="3594" y="3537798"/>
          <a:ext cx="1946002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DDC98A-81A2-5D41-8C7A-F4A5ED5B6727}">
      <dsp:nvSpPr>
        <dsp:cNvPr id="0" name=""/>
        <dsp:cNvSpPr/>
      </dsp:nvSpPr>
      <dsp:spPr>
        <a:xfrm>
          <a:off x="2144196" y="813467"/>
          <a:ext cx="1946002" cy="272440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Create usage schedules</a:t>
          </a:r>
          <a:r>
            <a:rPr lang="en-US" sz="1400" b="1" kern="1200"/>
            <a:t> </a:t>
          </a:r>
          <a:r>
            <a:rPr lang="en-US" sz="1400" kern="1200"/>
            <a:t>for activities and resources.</a:t>
          </a:r>
        </a:p>
      </dsp:txBody>
      <dsp:txXfrm>
        <a:off x="2144196" y="1848740"/>
        <a:ext cx="1946002" cy="1634641"/>
      </dsp:txXfrm>
    </dsp:sp>
    <dsp:sp modelId="{C1730D80-2E6E-3C4C-94D5-CB3C8F064014}">
      <dsp:nvSpPr>
        <dsp:cNvPr id="0" name=""/>
        <dsp:cNvSpPr/>
      </dsp:nvSpPr>
      <dsp:spPr>
        <a:xfrm>
          <a:off x="2708537" y="1085907"/>
          <a:ext cx="817320" cy="81732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8231" y="1205601"/>
        <a:ext cx="577932" cy="577932"/>
      </dsp:txXfrm>
    </dsp:sp>
    <dsp:sp modelId="{EAB00082-682C-914A-B37B-D882D6E98638}">
      <dsp:nvSpPr>
        <dsp:cNvPr id="0" name=""/>
        <dsp:cNvSpPr/>
      </dsp:nvSpPr>
      <dsp:spPr>
        <a:xfrm>
          <a:off x="2144196" y="3537798"/>
          <a:ext cx="1946002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4F27BD-D666-8147-B3A6-5581B0931171}">
      <dsp:nvSpPr>
        <dsp:cNvPr id="0" name=""/>
        <dsp:cNvSpPr/>
      </dsp:nvSpPr>
      <dsp:spPr>
        <a:xfrm>
          <a:off x="4284798" y="813467"/>
          <a:ext cx="1946002" cy="272440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Develop a time-phased budget</a:t>
          </a:r>
          <a:r>
            <a:rPr lang="en-US" sz="1400" b="1" kern="1200"/>
            <a:t> </a:t>
          </a:r>
          <a:r>
            <a:rPr lang="en-US" sz="1400" kern="1200"/>
            <a:t>(PV).</a:t>
          </a:r>
        </a:p>
      </dsp:txBody>
      <dsp:txXfrm>
        <a:off x="4284798" y="1848740"/>
        <a:ext cx="1946002" cy="1634641"/>
      </dsp:txXfrm>
    </dsp:sp>
    <dsp:sp modelId="{517EA75B-260A-6E48-8F9C-624E4F87BBC2}">
      <dsp:nvSpPr>
        <dsp:cNvPr id="0" name=""/>
        <dsp:cNvSpPr/>
      </dsp:nvSpPr>
      <dsp:spPr>
        <a:xfrm>
          <a:off x="4849139" y="1085907"/>
          <a:ext cx="817320" cy="81732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8833" y="1205601"/>
        <a:ext cx="577932" cy="577932"/>
      </dsp:txXfrm>
    </dsp:sp>
    <dsp:sp modelId="{361804B8-9439-4842-98C4-B3BD1D4ED83C}">
      <dsp:nvSpPr>
        <dsp:cNvPr id="0" name=""/>
        <dsp:cNvSpPr/>
      </dsp:nvSpPr>
      <dsp:spPr>
        <a:xfrm>
          <a:off x="4284798" y="3537798"/>
          <a:ext cx="1946002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639595-E30C-654A-BAAD-D00DEF915F38}">
      <dsp:nvSpPr>
        <dsp:cNvPr id="0" name=""/>
        <dsp:cNvSpPr/>
      </dsp:nvSpPr>
      <dsp:spPr>
        <a:xfrm>
          <a:off x="6425401" y="813467"/>
          <a:ext cx="1946002" cy="272440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Total the actual costs</a:t>
          </a:r>
          <a:r>
            <a:rPr lang="en-US" sz="1400" b="1" kern="1200"/>
            <a:t> </a:t>
          </a:r>
          <a:r>
            <a:rPr lang="en-US" sz="1400" kern="1200"/>
            <a:t>of doing each task (AC).</a:t>
          </a:r>
        </a:p>
      </dsp:txBody>
      <dsp:txXfrm>
        <a:off x="6425401" y="1848740"/>
        <a:ext cx="1946002" cy="1634641"/>
      </dsp:txXfrm>
    </dsp:sp>
    <dsp:sp modelId="{A0322807-9751-DD4E-8618-3CDDF0AAD476}">
      <dsp:nvSpPr>
        <dsp:cNvPr id="0" name=""/>
        <dsp:cNvSpPr/>
      </dsp:nvSpPr>
      <dsp:spPr>
        <a:xfrm>
          <a:off x="6989741" y="1085907"/>
          <a:ext cx="817320" cy="81732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9435" y="1205601"/>
        <a:ext cx="577932" cy="577932"/>
      </dsp:txXfrm>
    </dsp:sp>
    <dsp:sp modelId="{BAB389D6-9DAE-7240-8EF6-C9BE99ED3805}">
      <dsp:nvSpPr>
        <dsp:cNvPr id="0" name=""/>
        <dsp:cNvSpPr/>
      </dsp:nvSpPr>
      <dsp:spPr>
        <a:xfrm>
          <a:off x="6425401" y="3537798"/>
          <a:ext cx="1946002" cy="7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998D26-77A8-4F44-B3E3-D76F7CE0E047}">
      <dsp:nvSpPr>
        <dsp:cNvPr id="0" name=""/>
        <dsp:cNvSpPr/>
      </dsp:nvSpPr>
      <dsp:spPr>
        <a:xfrm>
          <a:off x="8566003" y="813467"/>
          <a:ext cx="1946002" cy="2724403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Calculate</a:t>
          </a:r>
          <a:r>
            <a:rPr lang="en-US" sz="1400" kern="1200"/>
            <a:t> both the budget variance (CV) and schedule variance (SV).</a:t>
          </a:r>
        </a:p>
      </dsp:txBody>
      <dsp:txXfrm>
        <a:off x="8566003" y="1848740"/>
        <a:ext cx="1946002" cy="1634641"/>
      </dsp:txXfrm>
    </dsp:sp>
    <dsp:sp modelId="{9274C4F0-9270-A143-B6C8-3C19C4E9CF75}">
      <dsp:nvSpPr>
        <dsp:cNvPr id="0" name=""/>
        <dsp:cNvSpPr/>
      </dsp:nvSpPr>
      <dsp:spPr>
        <a:xfrm>
          <a:off x="9130344" y="1085907"/>
          <a:ext cx="817320" cy="81732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50038" y="1205601"/>
        <a:ext cx="577932" cy="577932"/>
      </dsp:txXfrm>
    </dsp:sp>
    <dsp:sp modelId="{F1ACAE92-87CF-C141-AF96-93B10C1297CF}">
      <dsp:nvSpPr>
        <dsp:cNvPr id="0" name=""/>
        <dsp:cNvSpPr/>
      </dsp:nvSpPr>
      <dsp:spPr>
        <a:xfrm>
          <a:off x="8566003" y="3537798"/>
          <a:ext cx="1946002" cy="7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9E44D-A30A-124A-B3BB-45C18CCC3AFA}">
      <dsp:nvSpPr>
        <dsp:cNvPr id="0" name=""/>
        <dsp:cNvSpPr/>
      </dsp:nvSpPr>
      <dsp:spPr>
        <a:xfrm>
          <a:off x="2103120" y="482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Gathering candidate ideas for investment from various sources (internal and external)</a:t>
          </a:r>
        </a:p>
      </dsp:txBody>
      <dsp:txXfrm>
        <a:off x="2103120" y="482"/>
        <a:ext cx="8412480" cy="626652"/>
      </dsp:txXfrm>
    </dsp:sp>
    <dsp:sp modelId="{6A774F28-4671-B044-ACCA-3CDD86EE7A9C}">
      <dsp:nvSpPr>
        <dsp:cNvPr id="0" name=""/>
        <dsp:cNvSpPr/>
      </dsp:nvSpPr>
      <dsp:spPr>
        <a:xfrm>
          <a:off x="0" y="482"/>
          <a:ext cx="2103120" cy="6266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Gathering</a:t>
          </a:r>
        </a:p>
      </dsp:txBody>
      <dsp:txXfrm>
        <a:off x="0" y="482"/>
        <a:ext cx="2103120" cy="626652"/>
      </dsp:txXfrm>
    </dsp:sp>
    <dsp:sp modelId="{D48529FC-FAB0-B049-ADB0-E8168536BD58}">
      <dsp:nvSpPr>
        <dsp:cNvPr id="0" name=""/>
        <dsp:cNvSpPr/>
      </dsp:nvSpPr>
      <dsp:spPr>
        <a:xfrm>
          <a:off x="2103120" y="664733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Considering candidate and approved projects based upon an analytic decision-making framework</a:t>
          </a:r>
        </a:p>
      </dsp:txBody>
      <dsp:txXfrm>
        <a:off x="2103120" y="664733"/>
        <a:ext cx="8412480" cy="626652"/>
      </dsp:txXfrm>
    </dsp:sp>
    <dsp:sp modelId="{018C11D8-124E-F646-AC6F-C372376674C6}">
      <dsp:nvSpPr>
        <dsp:cNvPr id="0" name=""/>
        <dsp:cNvSpPr/>
      </dsp:nvSpPr>
      <dsp:spPr>
        <a:xfrm>
          <a:off x="0" y="664733"/>
          <a:ext cx="2103120" cy="62665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Considering</a:t>
          </a:r>
        </a:p>
      </dsp:txBody>
      <dsp:txXfrm>
        <a:off x="0" y="664733"/>
        <a:ext cx="2103120" cy="626652"/>
      </dsp:txXfrm>
    </dsp:sp>
    <dsp:sp modelId="{EAF656DC-B269-D746-AD54-7E49801ADA2B}">
      <dsp:nvSpPr>
        <dsp:cNvPr id="0" name=""/>
        <dsp:cNvSpPr/>
      </dsp:nvSpPr>
      <dsp:spPr>
        <a:xfrm>
          <a:off x="2103120" y="1328985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Choosing highly ranked projects that together meet constraints for budget and resources.</a:t>
          </a:r>
        </a:p>
      </dsp:txBody>
      <dsp:txXfrm>
        <a:off x="2103120" y="1328985"/>
        <a:ext cx="8412480" cy="626652"/>
      </dsp:txXfrm>
    </dsp:sp>
    <dsp:sp modelId="{C7665720-1765-7044-9FB2-8CE9BBC91951}">
      <dsp:nvSpPr>
        <dsp:cNvPr id="0" name=""/>
        <dsp:cNvSpPr/>
      </dsp:nvSpPr>
      <dsp:spPr>
        <a:xfrm>
          <a:off x="0" y="1328985"/>
          <a:ext cx="2103120" cy="626652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Choosing</a:t>
          </a:r>
        </a:p>
      </dsp:txBody>
      <dsp:txXfrm>
        <a:off x="0" y="1328985"/>
        <a:ext cx="2103120" cy="626652"/>
      </dsp:txXfrm>
    </dsp:sp>
    <dsp:sp modelId="{D7373BE0-2BA7-3D4D-90A6-DC7CB14B0B72}">
      <dsp:nvSpPr>
        <dsp:cNvPr id="0" name=""/>
        <dsp:cNvSpPr/>
      </dsp:nvSpPr>
      <dsp:spPr>
        <a:xfrm>
          <a:off x="2103120" y="1993237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Reporting on changes, progress, and results in the portfolio</a:t>
          </a:r>
        </a:p>
      </dsp:txBody>
      <dsp:txXfrm>
        <a:off x="2103120" y="1993237"/>
        <a:ext cx="8412480" cy="626652"/>
      </dsp:txXfrm>
    </dsp:sp>
    <dsp:sp modelId="{D70FE345-0153-6948-BC3C-B70FD3BD7BE3}">
      <dsp:nvSpPr>
        <dsp:cNvPr id="0" name=""/>
        <dsp:cNvSpPr/>
      </dsp:nvSpPr>
      <dsp:spPr>
        <a:xfrm>
          <a:off x="0" y="1993237"/>
          <a:ext cx="2103120" cy="62665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Reporting</a:t>
          </a:r>
        </a:p>
      </dsp:txBody>
      <dsp:txXfrm>
        <a:off x="0" y="1993237"/>
        <a:ext cx="2103120" cy="626652"/>
      </dsp:txXfrm>
    </dsp:sp>
    <dsp:sp modelId="{BDA25891-E1C0-C04F-AFF1-41E3D8679798}">
      <dsp:nvSpPr>
        <dsp:cNvPr id="0" name=""/>
        <dsp:cNvSpPr/>
      </dsp:nvSpPr>
      <dsp:spPr>
        <a:xfrm>
          <a:off x="2103120" y="2657489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Reconsidering the portfolio on an ongoing basis</a:t>
          </a:r>
        </a:p>
      </dsp:txBody>
      <dsp:txXfrm>
        <a:off x="2103120" y="2657489"/>
        <a:ext cx="8412480" cy="626652"/>
      </dsp:txXfrm>
    </dsp:sp>
    <dsp:sp modelId="{574ACFF4-264B-6D41-8C35-376DBB97828C}">
      <dsp:nvSpPr>
        <dsp:cNvPr id="0" name=""/>
        <dsp:cNvSpPr/>
      </dsp:nvSpPr>
      <dsp:spPr>
        <a:xfrm>
          <a:off x="0" y="2657489"/>
          <a:ext cx="2103120" cy="626652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Reconsidering</a:t>
          </a:r>
        </a:p>
      </dsp:txBody>
      <dsp:txXfrm>
        <a:off x="0" y="2657489"/>
        <a:ext cx="2103120" cy="626652"/>
      </dsp:txXfrm>
    </dsp:sp>
    <dsp:sp modelId="{314A6AA4-BCBF-FF45-A822-54B5E50DBAF2}">
      <dsp:nvSpPr>
        <dsp:cNvPr id="0" name=""/>
        <dsp:cNvSpPr/>
      </dsp:nvSpPr>
      <dsp:spPr>
        <a:xfrm>
          <a:off x="2103120" y="3321741"/>
          <a:ext cx="8412480" cy="626652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59170" rIns="163225" bIns="1591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Practicing continuous improvement of Portfolio Management processes.</a:t>
          </a:r>
        </a:p>
      </dsp:txBody>
      <dsp:txXfrm>
        <a:off x="2103120" y="3321741"/>
        <a:ext cx="8412480" cy="626652"/>
      </dsp:txXfrm>
    </dsp:sp>
    <dsp:sp modelId="{8CD09DE4-B614-BB45-8E02-C2AB89B3AA5B}">
      <dsp:nvSpPr>
        <dsp:cNvPr id="0" name=""/>
        <dsp:cNvSpPr/>
      </dsp:nvSpPr>
      <dsp:spPr>
        <a:xfrm>
          <a:off x="0" y="3321741"/>
          <a:ext cx="2103120" cy="62665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1899" rIns="111290" bIns="6189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Practicing</a:t>
          </a:r>
        </a:p>
      </dsp:txBody>
      <dsp:txXfrm>
        <a:off x="0" y="3321741"/>
        <a:ext cx="2103120" cy="6266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4EFA7-BF38-8245-8F9C-24069E8102CC}">
      <dsp:nvSpPr>
        <dsp:cNvPr id="0" name=""/>
        <dsp:cNvSpPr/>
      </dsp:nvSpPr>
      <dsp:spPr>
        <a:xfrm>
          <a:off x="2241532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041745"/>
        <a:ext cx="25774" cy="5154"/>
      </dsp:txXfrm>
    </dsp:sp>
    <dsp:sp modelId="{ABA76C58-2332-2D4C-BD5D-B7DC5CC50C64}">
      <dsp:nvSpPr>
        <dsp:cNvPr id="0" name=""/>
        <dsp:cNvSpPr/>
      </dsp:nvSpPr>
      <dsp:spPr>
        <a:xfrm>
          <a:off x="2092" y="371951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Identification</a:t>
          </a:r>
        </a:p>
      </dsp:txBody>
      <dsp:txXfrm>
        <a:off x="2092" y="371951"/>
        <a:ext cx="2241239" cy="1344743"/>
      </dsp:txXfrm>
    </dsp:sp>
    <dsp:sp modelId="{C65B8E4C-FE02-2247-B025-BF7CD642189F}">
      <dsp:nvSpPr>
        <dsp:cNvPr id="0" name=""/>
        <dsp:cNvSpPr/>
      </dsp:nvSpPr>
      <dsp:spPr>
        <a:xfrm>
          <a:off x="4998257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041745"/>
        <a:ext cx="25774" cy="5154"/>
      </dsp:txXfrm>
    </dsp:sp>
    <dsp:sp modelId="{8C17C495-25FD-1849-AC65-4AB1EE11525F}">
      <dsp:nvSpPr>
        <dsp:cNvPr id="0" name=""/>
        <dsp:cNvSpPr/>
      </dsp:nvSpPr>
      <dsp:spPr>
        <a:xfrm>
          <a:off x="2758817" y="371951"/>
          <a:ext cx="2241239" cy="1344743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Categorization</a:t>
          </a:r>
        </a:p>
      </dsp:txBody>
      <dsp:txXfrm>
        <a:off x="2758817" y="371951"/>
        <a:ext cx="2241239" cy="1344743"/>
      </dsp:txXfrm>
    </dsp:sp>
    <dsp:sp modelId="{08AC8DDC-0A4A-6443-B626-BF1B9BA19958}">
      <dsp:nvSpPr>
        <dsp:cNvPr id="0" name=""/>
        <dsp:cNvSpPr/>
      </dsp:nvSpPr>
      <dsp:spPr>
        <a:xfrm>
          <a:off x="7754982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041745"/>
        <a:ext cx="25774" cy="5154"/>
      </dsp:txXfrm>
    </dsp:sp>
    <dsp:sp modelId="{1630541E-573B-C547-BC07-A6716F9916D8}">
      <dsp:nvSpPr>
        <dsp:cNvPr id="0" name=""/>
        <dsp:cNvSpPr/>
      </dsp:nvSpPr>
      <dsp:spPr>
        <a:xfrm>
          <a:off x="5515542" y="371951"/>
          <a:ext cx="2241239" cy="1344743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Elaboration</a:t>
          </a:r>
        </a:p>
      </dsp:txBody>
      <dsp:txXfrm>
        <a:off x="5515542" y="371951"/>
        <a:ext cx="2241239" cy="1344743"/>
      </dsp:txXfrm>
    </dsp:sp>
    <dsp:sp modelId="{B3CEF29B-70DD-B047-9041-7ABC37E50F68}">
      <dsp:nvSpPr>
        <dsp:cNvPr id="0" name=""/>
        <dsp:cNvSpPr/>
      </dsp:nvSpPr>
      <dsp:spPr>
        <a:xfrm>
          <a:off x="1122712" y="1714895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1954760"/>
        <a:ext cx="414311" cy="5154"/>
      </dsp:txXfrm>
    </dsp:sp>
    <dsp:sp modelId="{141C2862-73B1-AE4A-ABE7-AA12317C7BA9}">
      <dsp:nvSpPr>
        <dsp:cNvPr id="0" name=""/>
        <dsp:cNvSpPr/>
      </dsp:nvSpPr>
      <dsp:spPr>
        <a:xfrm>
          <a:off x="8272267" y="371951"/>
          <a:ext cx="2241239" cy="1344743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Evaluation</a:t>
          </a:r>
        </a:p>
      </dsp:txBody>
      <dsp:txXfrm>
        <a:off x="8272267" y="371951"/>
        <a:ext cx="2241239" cy="1344743"/>
      </dsp:txXfrm>
    </dsp:sp>
    <dsp:sp modelId="{762AF6D9-ADC6-C343-898E-392B28A3B89F}">
      <dsp:nvSpPr>
        <dsp:cNvPr id="0" name=""/>
        <dsp:cNvSpPr/>
      </dsp:nvSpPr>
      <dsp:spPr>
        <a:xfrm>
          <a:off x="2241532" y="2858832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2901975"/>
        <a:ext cx="25774" cy="5154"/>
      </dsp:txXfrm>
    </dsp:sp>
    <dsp:sp modelId="{4FEF5142-C4C2-9549-AE8E-658FA62500E4}">
      <dsp:nvSpPr>
        <dsp:cNvPr id="0" name=""/>
        <dsp:cNvSpPr/>
      </dsp:nvSpPr>
      <dsp:spPr>
        <a:xfrm>
          <a:off x="2092" y="2232180"/>
          <a:ext cx="2241239" cy="1344743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Prioritization</a:t>
          </a:r>
        </a:p>
      </dsp:txBody>
      <dsp:txXfrm>
        <a:off x="2092" y="2232180"/>
        <a:ext cx="2241239" cy="1344743"/>
      </dsp:txXfrm>
    </dsp:sp>
    <dsp:sp modelId="{87E56173-6205-1C45-B006-C52B2785872E}">
      <dsp:nvSpPr>
        <dsp:cNvPr id="0" name=""/>
        <dsp:cNvSpPr/>
      </dsp:nvSpPr>
      <dsp:spPr>
        <a:xfrm>
          <a:off x="4998257" y="2858832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2901975"/>
        <a:ext cx="25774" cy="5154"/>
      </dsp:txXfrm>
    </dsp:sp>
    <dsp:sp modelId="{04A81EEE-8C1A-B240-9D93-95620373F850}">
      <dsp:nvSpPr>
        <dsp:cNvPr id="0" name=""/>
        <dsp:cNvSpPr/>
      </dsp:nvSpPr>
      <dsp:spPr>
        <a:xfrm>
          <a:off x="2758817" y="2232180"/>
          <a:ext cx="2241239" cy="1344743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Selection</a:t>
          </a:r>
        </a:p>
      </dsp:txBody>
      <dsp:txXfrm>
        <a:off x="2758817" y="2232180"/>
        <a:ext cx="2241239" cy="1344743"/>
      </dsp:txXfrm>
    </dsp:sp>
    <dsp:sp modelId="{A3EBF5E9-7729-0E4F-957E-D5A5D0BE35BD}">
      <dsp:nvSpPr>
        <dsp:cNvPr id="0" name=""/>
        <dsp:cNvSpPr/>
      </dsp:nvSpPr>
      <dsp:spPr>
        <a:xfrm>
          <a:off x="7754982" y="2858832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2901975"/>
        <a:ext cx="25774" cy="5154"/>
      </dsp:txXfrm>
    </dsp:sp>
    <dsp:sp modelId="{463C356E-DCE8-B741-94BD-39044498B2B6}">
      <dsp:nvSpPr>
        <dsp:cNvPr id="0" name=""/>
        <dsp:cNvSpPr/>
      </dsp:nvSpPr>
      <dsp:spPr>
        <a:xfrm>
          <a:off x="5515542" y="2232180"/>
          <a:ext cx="2241239" cy="1344743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Reporting</a:t>
          </a:r>
        </a:p>
      </dsp:txBody>
      <dsp:txXfrm>
        <a:off x="5515542" y="2232180"/>
        <a:ext cx="2241239" cy="1344743"/>
      </dsp:txXfrm>
    </dsp:sp>
    <dsp:sp modelId="{56740B68-FE1C-3847-A994-531164203CD8}">
      <dsp:nvSpPr>
        <dsp:cNvPr id="0" name=""/>
        <dsp:cNvSpPr/>
      </dsp:nvSpPr>
      <dsp:spPr>
        <a:xfrm>
          <a:off x="8272267" y="2232180"/>
          <a:ext cx="2241239" cy="134474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Improvement</a:t>
          </a:r>
        </a:p>
      </dsp:txBody>
      <dsp:txXfrm>
        <a:off x="8272267" y="2232180"/>
        <a:ext cx="2241239" cy="13447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FFB56-1518-493E-AA7A-7BB0FB32A06B}">
      <dsp:nvSpPr>
        <dsp:cNvPr id="0" name=""/>
        <dsp:cNvSpPr/>
      </dsp:nvSpPr>
      <dsp:spPr>
        <a:xfrm>
          <a:off x="82613" y="1727046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2CE7A-6A1B-4887-BE51-6B1FD1A2D82E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718A2-6103-4438-9C4F-856A1D1D23EB}">
      <dsp:nvSpPr>
        <dsp:cNvPr id="0" name=""/>
        <dsp:cNvSpPr/>
      </dsp:nvSpPr>
      <dsp:spPr>
        <a:xfrm>
          <a:off x="1172126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Quality assurance aims to assure that quality work 	and quality deliverables will be built in before 	work is done</a:t>
          </a:r>
        </a:p>
      </dsp:txBody>
      <dsp:txXfrm>
        <a:off x="1172126" y="1727046"/>
        <a:ext cx="2114937" cy="897246"/>
      </dsp:txXfrm>
    </dsp:sp>
    <dsp:sp modelId="{CE4B0DFE-F00A-44A1-982C-FDF0C89EEF2A}">
      <dsp:nvSpPr>
        <dsp:cNvPr id="0" name=""/>
        <dsp:cNvSpPr/>
      </dsp:nvSpPr>
      <dsp:spPr>
        <a:xfrm>
          <a:off x="3655575" y="1727046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9D523-72F3-40D6-BA68-BA246E0D1973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5DB07-CD79-48C8-BA1C-BA22E33D7744}">
      <dsp:nvSpPr>
        <dsp:cNvPr id="0" name=""/>
        <dsp:cNvSpPr/>
      </dsp:nvSpPr>
      <dsp:spPr>
        <a:xfrm>
          <a:off x="4745088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Quality control aims to determine that quality 	work and quality deliverables did occur after work 	was done</a:t>
          </a:r>
        </a:p>
      </dsp:txBody>
      <dsp:txXfrm>
        <a:off x="4745088" y="1727046"/>
        <a:ext cx="2114937" cy="897246"/>
      </dsp:txXfrm>
    </dsp:sp>
    <dsp:sp modelId="{15F62706-B33F-4594-B3B9-8AC96723FA07}">
      <dsp:nvSpPr>
        <dsp:cNvPr id="0" name=""/>
        <dsp:cNvSpPr/>
      </dsp:nvSpPr>
      <dsp:spPr>
        <a:xfrm>
          <a:off x="7228536" y="1727046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93722-149A-4D31-B11C-547F7B2FBEE4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42AEA-C5C1-4D5E-9087-9CDB6677E9F9}">
      <dsp:nvSpPr>
        <dsp:cNvPr id="0" name=""/>
        <dsp:cNvSpPr/>
      </dsp:nvSpPr>
      <dsp:spPr>
        <a:xfrm>
          <a:off x="8318049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Quality control is conducted by inspection and 	testing Of materials, workmanship and product</a:t>
          </a:r>
        </a:p>
      </dsp:txBody>
      <dsp:txXfrm>
        <a:off x="8318049" y="1727046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CF45E-6D97-48FD-B446-1212113C22B3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CB432-A192-426B-861B-497A70D42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27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0C62E3A-C412-FF75-D03E-EF441548D1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F03E1E-D2C9-CE4F-9613-6B2EC9E3F5A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145B65C1-FED0-18AA-4EC6-EA69D7E75E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6E39E7B8-148B-0B1B-AEBA-A5988FE17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graphic showing the input needed for earned value. These input are showed going into a box called Earned Value Management System. Then there is an arrow showing the outputs from the EVMS box.  The graphic is emphasizing the inputs with shading.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4239-FE8C-3F14-1D80-C64EFF331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3433A-E801-F09B-1867-ADD25F387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AB70D-6B93-677D-61E5-EFEBBDC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5EDD3-36D3-435C-FB34-04B243A5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BF8CD-5C02-BB2B-BCEA-342A5135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82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CF45-CA78-1C5C-3295-B4579A75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8126-E2B4-EE31-4668-ADD615169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6E25D-15B8-FA38-1EFC-50DB22F5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55091-9494-58E7-5A9F-92401B74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B3EB0-05FE-A816-20E5-8E909F8C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5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68CD-F545-FE2C-4A4D-F809917F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D06FE-3DA5-1709-E598-A2EA1673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7349-76D0-4F7A-F484-0F2D6636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ABE42-0A85-D2FD-6C28-40B922A7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31ADD-7A47-611C-941D-A0A9C19F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296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A2B2-CFAF-E68D-969E-E193EDAB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7601-485A-8FA0-419F-FF2DE78F0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DBB8-828B-0988-C437-0CBAC4C45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B8C43-0003-1CE5-FA46-AE7AF2AD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5F37A-6EA9-525C-34C6-84F6E39F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6DB0F-257C-C645-E0B7-8F24DB2A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65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ACA1-DC98-F7B4-4F23-745C928A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88033-99E7-010B-CE83-D8530143C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E7CBF-6D55-F09C-C8EE-A88CE8307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E5F72-7AC4-74D8-6676-E3743F598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33B42-9258-ACBC-17D5-9025D5D68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202FD-C390-C627-DC0F-28642188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03824-4F97-703E-C01F-72466F3E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74329-E082-BCE4-9D2F-C3D1CEA2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0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6642-7617-1C88-49CA-F8FE479A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36F9B-195C-B41B-A108-13B395BA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4B5B5-1285-6201-B963-987B23F1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E0CC2-CDA6-EB6F-F118-B7CA4559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1B7BB-64CA-29F6-3336-59E833AB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97945-339A-C5EB-4C42-76E787A0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D9B2E-1463-CDD2-BE10-8690CD33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94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FDC4-2F80-1865-1DA5-15F92BD8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037A-7FBD-6619-1004-59C00BEF7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4AD77-2E22-DCAA-56DE-74959E2CC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0B4FE-27A4-D621-40B3-77534411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154A3-B94C-2DB1-F16E-F519F211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A7C7A-F3A1-8F5B-342A-6A63779E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6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0D80-C4C5-1DAD-773C-81A46589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D70FD-4401-D4D9-BFBC-223CD4FA7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91483-D1E3-B2EA-125E-9218E5656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74B70-9075-02A8-B3B2-83B9DC04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CD56-FB56-AEDA-FCB4-57787019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D451-F00B-9311-3C87-2FD35B1B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80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90C2-7D11-8D0B-08CF-92EAE522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93553-98CC-2C6E-380A-E95207554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2801B-2004-F134-E79B-DCB4D1A8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DAC0A-58CB-03C2-891A-1C0848B8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DE5B9-BBAE-CE0A-6F73-ED2EA488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1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8C8F0-6328-754C-B0AE-E75943BA3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DAE43-CF29-5A11-D122-74F98CFCC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36F4F-A5D6-781C-D258-8B1B53B4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45AD9-02A8-925D-181E-652D1048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A7167-F7AF-CF9E-69BD-67C16FC8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1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BD75C-A8B6-3883-E2A3-D366992C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A9374-328E-FF4E-4077-E2F7823A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1AF87-AC94-CB8A-D66C-D22B25DA5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CF898-8360-48E8-A059-EBD8A6C51DC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6D7E-B4B8-3F19-8836-4EC532001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AD18-B395-CC53-4288-45528EB2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7D905-EE41-4814-ADC6-045993F5A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67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SO_9000" TargetMode="External"/><Relationship Id="rId2" Type="http://schemas.openxmlformats.org/officeDocument/2006/relationships/hyperlink" Target="http://en.wikipedia.org/wiki/Software_enginee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CMMI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E070-8708-4375-9BC4-AC4CC959E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3B6F-90E1-A4CB-C77D-3F59F3451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5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8728-CD0B-8A7F-A6F9-3F16144B1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Topic-1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A9402-012C-FF66-5783-2FF9A93B9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Earned Value Management (EVM)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Portfolio Management</a:t>
            </a:r>
          </a:p>
        </p:txBody>
      </p:sp>
    </p:spTree>
    <p:extLst>
      <p:ext uri="{BB962C8B-B14F-4D97-AF65-F5344CB8AC3E}">
        <p14:creationId xmlns:p14="http://schemas.microsoft.com/office/powerpoint/2010/main" val="288852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2CE9-3053-4E01-9187-57822724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Earned Value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11925-24FE-43B5-B50F-B1A63A886513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i="1"/>
              <a:t>Earned Value Management </a:t>
            </a:r>
            <a:r>
              <a:rPr lang="en-US" sz="2200"/>
              <a:t>(EVM) </a:t>
            </a:r>
            <a:r>
              <a:rPr lang="en-US" altLang="en-US" sz="2200"/>
              <a:t>is a systematic approach to the integration and measurement of cost, schedule, and technical (scope) accomplishments on a project or task.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altLang="en-US" sz="2200"/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i="1"/>
              <a:t>Earned Value </a:t>
            </a:r>
            <a:r>
              <a:rPr lang="en-US" sz="2200"/>
              <a:t>(EV) directly links all three primary project success Metrics (cost, schedule, and performance).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58732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9FAD-B559-97D9-318B-1F4C9A28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000">
                <a:ea typeface="+mj-ea"/>
              </a:rPr>
              <a:t>Earned Value Management</a:t>
            </a:r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7E16-F08B-FA2B-5F21-2CDDF7BF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altLang="en-US" sz="2200">
                <a:latin typeface="Arial" panose="020B0604020202020204" pitchFamily="34" charset="0"/>
              </a:rPr>
              <a:t>By using Earned Value and implementing an Earned Value Management System (EVMS), the following questions can be answered </a:t>
            </a:r>
            <a:r>
              <a:rPr lang="en-US" altLang="en-US" sz="2200" u="sng">
                <a:latin typeface="Arial" panose="020B0604020202020204" pitchFamily="34" charset="0"/>
              </a:rPr>
              <a:t>objectively</a:t>
            </a:r>
            <a:r>
              <a:rPr lang="en-US" altLang="en-US" sz="2200">
                <a:latin typeface="Arial" panose="020B0604020202020204" pitchFamily="34" charset="0"/>
              </a:rPr>
              <a:t>:</a:t>
            </a:r>
          </a:p>
          <a:p>
            <a:pPr>
              <a:buNone/>
            </a:pPr>
            <a:endParaRPr lang="en-US" altLang="en-US" sz="2200">
              <a:latin typeface="Arial" panose="020B0604020202020204" pitchFamily="34" charset="0"/>
            </a:endParaRPr>
          </a:p>
          <a:p>
            <a:r>
              <a:rPr lang="en-US" altLang="en-US" sz="2200">
                <a:latin typeface="Arial" panose="020B0604020202020204" pitchFamily="34" charset="0"/>
              </a:rPr>
              <a:t>Where have we been?</a:t>
            </a:r>
          </a:p>
          <a:p>
            <a:endParaRPr lang="en-US" altLang="en-US" sz="2200">
              <a:latin typeface="Arial" panose="020B0604020202020204" pitchFamily="34" charset="0"/>
            </a:endParaRPr>
          </a:p>
          <a:p>
            <a:r>
              <a:rPr lang="en-US" altLang="en-US" sz="2200">
                <a:latin typeface="Arial" panose="020B0604020202020204" pitchFamily="34" charset="0"/>
              </a:rPr>
              <a:t>Where are we now?</a:t>
            </a:r>
          </a:p>
          <a:p>
            <a:endParaRPr lang="en-US" altLang="en-US" sz="2200">
              <a:latin typeface="Arial" panose="020B0604020202020204" pitchFamily="34" charset="0"/>
            </a:endParaRPr>
          </a:p>
          <a:p>
            <a:r>
              <a:rPr lang="en-US" altLang="en-US" sz="2200">
                <a:latin typeface="Arial" panose="020B0604020202020204" pitchFamily="34" charset="0"/>
              </a:rPr>
              <a:t>Where are we going?   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0786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50BC-68E0-0916-BA9B-91935826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</a:rPr>
              <a:t>Traditional management Vs Earned Value Management</a:t>
            </a:r>
            <a:endParaRPr lang="en-US" sz="3200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638DCA9-653C-5698-D37F-4ADDC85633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Audio 5">
            <a:extLst>
              <a:ext uri="{FF2B5EF4-FFF2-40B4-BE49-F238E27FC236}">
                <a16:creationId xmlns:a16="http://schemas.microsoft.com/office/drawing/2014/main" id="{B2DFAA4C-98CD-86E0-FD13-3E210B3B6B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9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34"/>
    </mc:Choice>
    <mc:Fallback xmlns="">
      <p:transition spd="slow" advTm="178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283D-D3C2-4EF7-B980-29164A74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ea typeface="+mj-ea"/>
              </a:rPr>
              <a:t>Earned Value Terms</a:t>
            </a:r>
            <a:endParaRPr lang="en-ID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2C67-68D5-4FCC-B13C-1F87B580A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Planned value (PV)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Earned value (EV)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Actual cost of work performed (AC)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Schedule variance (SV) and Schedule performance index (SPI)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Cost variance (CV) and Cost performance index (CPI)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Budgeted cost at completion (BAC)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id-ID" sz="2200"/>
              <a:t>Estimate at completion (EAC)</a:t>
            </a:r>
          </a:p>
          <a:p>
            <a:endParaRPr lang="en-ID" sz="2200"/>
          </a:p>
        </p:txBody>
      </p:sp>
    </p:spTree>
    <p:extLst>
      <p:ext uri="{BB962C8B-B14F-4D97-AF65-F5344CB8AC3E}">
        <p14:creationId xmlns:p14="http://schemas.microsoft.com/office/powerpoint/2010/main" val="349771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0C654F-A694-FF4F-DED5-58A8FBF05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53" b="367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A7334-1F0E-4441-A700-E2234799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</a:rPr>
              <a:t>Steps in Earned Value Management</a:t>
            </a:r>
            <a:endParaRPr lang="en-ID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3ACE3A-B1F4-AA33-294F-3D844617D2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805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843D943-C9E8-45AF-14D1-56C109E7AC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D10B9A-72F7-4FB3-8487-276AF7A2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</a:rPr>
              <a:t>Earned Value Example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6BEA-4238-4A76-89F6-BAF7746A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 u="sng">
                <a:ea typeface="+mn-ea"/>
              </a:rPr>
              <a:t>Schedule Variances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Planned Value (PV) = 103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Earned Value (EV) = 44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Schedule Performance Index = .43 = 44/103 = EV/PV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Estimated Time to Completion = (1/.43)x7=16.3 months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n-US" sz="2200">
              <a:ea typeface="+mn-ea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 u="sng">
                <a:ea typeface="+mn-ea"/>
              </a:rPr>
              <a:t>Cost Variances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Cumulative Actual Cost of Work Performed (AC) = 78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Cost Performance Index = .56 = 44/78 = EV/AC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n-US" sz="2200">
                <a:ea typeface="+mn-ea"/>
              </a:rPr>
              <a:t>Estimated Cost to Completion =  $210,714 = (1/.56)x$118,000</a:t>
            </a:r>
          </a:p>
          <a:p>
            <a:endParaRPr lang="en-ID" sz="2200"/>
          </a:p>
        </p:txBody>
      </p:sp>
    </p:spTree>
    <p:extLst>
      <p:ext uri="{BB962C8B-B14F-4D97-AF65-F5344CB8AC3E}">
        <p14:creationId xmlns:p14="http://schemas.microsoft.com/office/powerpoint/2010/main" val="41319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437" name="Picture 402436" descr="Top view of cubes connected with black lines">
            <a:extLst>
              <a:ext uri="{FF2B5EF4-FFF2-40B4-BE49-F238E27FC236}">
                <a16:creationId xmlns:a16="http://schemas.microsoft.com/office/drawing/2014/main" id="{4DC383A8-716D-D593-0842-B9BB33BDDF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8649" b="63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02434" name="Rectangle 2">
            <a:extLst>
              <a:ext uri="{FF2B5EF4-FFF2-40B4-BE49-F238E27FC236}">
                <a16:creationId xmlns:a16="http://schemas.microsoft.com/office/drawing/2014/main" id="{AE80CBBE-046D-878F-0F99-2C9864BE6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An Earned Value Management System</a:t>
            </a:r>
            <a:r>
              <a:rPr lang="en-US" altLang="en-US">
                <a:latin typeface="Arial" panose="020B0604020202020204" pitchFamily="34" charset="0"/>
              </a:rPr>
              <a:t> (EVMS) framework</a:t>
            </a:r>
            <a:endParaRPr lang="en-US" altLang="en-US" dirty="0"/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87E409BB-83A1-C79D-AD47-B275F4AF0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1000" indent="-381000"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marL="381000" indent="-381000">
              <a:buNone/>
            </a:pPr>
            <a:r>
              <a:rPr lang="en-US" altLang="en-US">
                <a:latin typeface="Arial" panose="020B0604020202020204" pitchFamily="34" charset="0"/>
              </a:rPr>
              <a:t>The EVMS framework can be divided into three phases:</a:t>
            </a:r>
          </a:p>
          <a:p>
            <a:pPr marL="381000" indent="-381000"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>
                <a:latin typeface="Arial" panose="020B0604020202020204" pitchFamily="34" charset="0"/>
              </a:rPr>
              <a:t>1. Inputs -  what is needed to implement Earned Value</a:t>
            </a:r>
          </a:p>
          <a:p>
            <a:pPr marL="381000" indent="-381000">
              <a:buFontTx/>
              <a:buAutoNum type="arabicPeriod"/>
            </a:pPr>
            <a:endParaRPr lang="en-US" altLang="en-US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>
                <a:latin typeface="Arial" panose="020B0604020202020204" pitchFamily="34" charset="0"/>
              </a:rPr>
              <a:t>2. Earned Value Methods – formulas, metrics and performance measurements used</a:t>
            </a:r>
          </a:p>
          <a:p>
            <a:pPr marL="457200" lvl="1" indent="0"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>
                <a:latin typeface="Arial" panose="020B0604020202020204" pitchFamily="34" charset="0"/>
              </a:rPr>
              <a:t>3.  Outputs – reporting requirements (structure, time-phases, details)</a:t>
            </a:r>
          </a:p>
          <a:p>
            <a:pPr marL="381000" indent="-381000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17A3F0C-01B0-968D-FD07-EB8945F6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Module 1 - Introduction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1026">
            <a:extLst>
              <a:ext uri="{FF2B5EF4-FFF2-40B4-BE49-F238E27FC236}">
                <a16:creationId xmlns:a16="http://schemas.microsoft.com/office/drawing/2014/main" id="{C87368EC-158D-588B-2EB2-3A1298AAC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200"/>
              <a:t>An Earned Value Management System</a:t>
            </a:r>
            <a:r>
              <a:rPr lang="en-US" altLang="en-US" sz="4200">
                <a:latin typeface="Arial" panose="020B0604020202020204" pitchFamily="34" charset="0"/>
              </a:rPr>
              <a:t> (EVMS) framework</a:t>
            </a:r>
            <a:endParaRPr lang="en-US" altLang="en-US" sz="4200"/>
          </a:p>
        </p:txBody>
      </p:sp>
      <p:grpSp>
        <p:nvGrpSpPr>
          <p:cNvPr id="263288" name="Group 1144">
            <a:extLst>
              <a:ext uri="{FF2B5EF4-FFF2-40B4-BE49-F238E27FC236}">
                <a16:creationId xmlns:a16="http://schemas.microsoft.com/office/drawing/2014/main" id="{1D9E3E68-FE0B-F849-97D8-2A2CE448E0BA}"/>
              </a:ext>
            </a:extLst>
          </p:cNvPr>
          <p:cNvGrpSpPr>
            <a:grpSpLocks/>
          </p:cNvGrpSpPr>
          <p:nvPr/>
        </p:nvGrpSpPr>
        <p:grpSpPr bwMode="auto">
          <a:xfrm>
            <a:off x="1205475" y="2228087"/>
            <a:ext cx="9781046" cy="3948876"/>
            <a:chOff x="2492" y="1628"/>
            <a:chExt cx="3122" cy="1815"/>
          </a:xfrm>
        </p:grpSpPr>
        <p:sp>
          <p:nvSpPr>
            <p:cNvPr id="263222" name="Rectangle 1078">
              <a:extLst>
                <a:ext uri="{FF2B5EF4-FFF2-40B4-BE49-F238E27FC236}">
                  <a16:creationId xmlns:a16="http://schemas.microsoft.com/office/drawing/2014/main" id="{5DCB4CF5-2C6F-AAB1-7852-41629E970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628"/>
              <a:ext cx="1352" cy="1815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223" name="Freeform 1079">
              <a:extLst>
                <a:ext uri="{FF2B5EF4-FFF2-40B4-BE49-F238E27FC236}">
                  <a16:creationId xmlns:a16="http://schemas.microsoft.com/office/drawing/2014/main" id="{9A04365D-2DCF-BC13-D1B5-6F3EE217A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1700"/>
              <a:ext cx="872" cy="690"/>
            </a:xfrm>
            <a:custGeom>
              <a:avLst/>
              <a:gdLst>
                <a:gd name="T0" fmla="*/ 0 w 267"/>
                <a:gd name="T1" fmla="*/ 197 h 211"/>
                <a:gd name="T2" fmla="*/ 35 w 267"/>
                <a:gd name="T3" fmla="*/ 206 h 211"/>
                <a:gd name="T4" fmla="*/ 62 w 267"/>
                <a:gd name="T5" fmla="*/ 211 h 211"/>
                <a:gd name="T6" fmla="*/ 101 w 267"/>
                <a:gd name="T7" fmla="*/ 208 h 211"/>
                <a:gd name="T8" fmla="*/ 122 w 267"/>
                <a:gd name="T9" fmla="*/ 203 h 211"/>
                <a:gd name="T10" fmla="*/ 140 w 267"/>
                <a:gd name="T11" fmla="*/ 196 h 211"/>
                <a:gd name="T12" fmla="*/ 159 w 267"/>
                <a:gd name="T13" fmla="*/ 189 h 211"/>
                <a:gd name="T14" fmla="*/ 180 w 267"/>
                <a:gd name="T15" fmla="*/ 182 h 211"/>
                <a:gd name="T16" fmla="*/ 204 w 267"/>
                <a:gd name="T17" fmla="*/ 176 h 211"/>
                <a:gd name="T18" fmla="*/ 232 w 267"/>
                <a:gd name="T19" fmla="*/ 171 h 211"/>
                <a:gd name="T20" fmla="*/ 267 w 267"/>
                <a:gd name="T21" fmla="*/ 169 h 211"/>
                <a:gd name="T22" fmla="*/ 267 w 267"/>
                <a:gd name="T23" fmla="*/ 0 h 211"/>
                <a:gd name="T24" fmla="*/ 0 w 267"/>
                <a:gd name="T25" fmla="*/ 0 h 211"/>
                <a:gd name="T26" fmla="*/ 0 w 267"/>
                <a:gd name="T27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1">
                  <a:moveTo>
                    <a:pt x="0" y="197"/>
                  </a:moveTo>
                  <a:cubicBezTo>
                    <a:pt x="12" y="201"/>
                    <a:pt x="23" y="203"/>
                    <a:pt x="35" y="206"/>
                  </a:cubicBezTo>
                  <a:cubicBezTo>
                    <a:pt x="44" y="208"/>
                    <a:pt x="54" y="209"/>
                    <a:pt x="62" y="211"/>
                  </a:cubicBezTo>
                  <a:cubicBezTo>
                    <a:pt x="88" y="211"/>
                    <a:pt x="94" y="209"/>
                    <a:pt x="101" y="208"/>
                  </a:cubicBezTo>
                  <a:cubicBezTo>
                    <a:pt x="108" y="207"/>
                    <a:pt x="115" y="205"/>
                    <a:pt x="122" y="203"/>
                  </a:cubicBezTo>
                  <a:cubicBezTo>
                    <a:pt x="128" y="201"/>
                    <a:pt x="133" y="199"/>
                    <a:pt x="140" y="196"/>
                  </a:cubicBezTo>
                  <a:cubicBezTo>
                    <a:pt x="146" y="194"/>
                    <a:pt x="152" y="192"/>
                    <a:pt x="159" y="189"/>
                  </a:cubicBezTo>
                  <a:cubicBezTo>
                    <a:pt x="166" y="187"/>
                    <a:pt x="172" y="184"/>
                    <a:pt x="180" y="182"/>
                  </a:cubicBezTo>
                  <a:cubicBezTo>
                    <a:pt x="187" y="181"/>
                    <a:pt x="195" y="177"/>
                    <a:pt x="204" y="176"/>
                  </a:cubicBezTo>
                  <a:cubicBezTo>
                    <a:pt x="213" y="174"/>
                    <a:pt x="221" y="172"/>
                    <a:pt x="232" y="171"/>
                  </a:cubicBezTo>
                  <a:cubicBezTo>
                    <a:pt x="242" y="171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chemeClr val="bg1"/>
            </a:solidFill>
            <a:ln w="4826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224" name="Freeform 1080">
              <a:extLst>
                <a:ext uri="{FF2B5EF4-FFF2-40B4-BE49-F238E27FC236}">
                  <a16:creationId xmlns:a16="http://schemas.microsoft.com/office/drawing/2014/main" id="{2A8E5551-5501-9E7E-19D6-CE65D3F0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1893"/>
              <a:ext cx="873" cy="687"/>
            </a:xfrm>
            <a:custGeom>
              <a:avLst/>
              <a:gdLst>
                <a:gd name="T0" fmla="*/ 0 w 267"/>
                <a:gd name="T1" fmla="*/ 196 h 210"/>
                <a:gd name="T2" fmla="*/ 35 w 267"/>
                <a:gd name="T3" fmla="*/ 205 h 210"/>
                <a:gd name="T4" fmla="*/ 62 w 267"/>
                <a:gd name="T5" fmla="*/ 210 h 210"/>
                <a:gd name="T6" fmla="*/ 101 w 267"/>
                <a:gd name="T7" fmla="*/ 208 h 210"/>
                <a:gd name="T8" fmla="*/ 122 w 267"/>
                <a:gd name="T9" fmla="*/ 203 h 210"/>
                <a:gd name="T10" fmla="*/ 140 w 267"/>
                <a:gd name="T11" fmla="*/ 195 h 210"/>
                <a:gd name="T12" fmla="*/ 159 w 267"/>
                <a:gd name="T13" fmla="*/ 189 h 210"/>
                <a:gd name="T14" fmla="*/ 180 w 267"/>
                <a:gd name="T15" fmla="*/ 181 h 210"/>
                <a:gd name="T16" fmla="*/ 204 w 267"/>
                <a:gd name="T17" fmla="*/ 175 h 210"/>
                <a:gd name="T18" fmla="*/ 232 w 267"/>
                <a:gd name="T19" fmla="*/ 170 h 210"/>
                <a:gd name="T20" fmla="*/ 267 w 267"/>
                <a:gd name="T21" fmla="*/ 169 h 210"/>
                <a:gd name="T22" fmla="*/ 267 w 267"/>
                <a:gd name="T23" fmla="*/ 0 h 210"/>
                <a:gd name="T24" fmla="*/ 0 w 267"/>
                <a:gd name="T25" fmla="*/ 0 h 210"/>
                <a:gd name="T26" fmla="*/ 0 w 267"/>
                <a:gd name="T27" fmla="*/ 19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0">
                  <a:moveTo>
                    <a:pt x="0" y="196"/>
                  </a:moveTo>
                  <a:cubicBezTo>
                    <a:pt x="12" y="200"/>
                    <a:pt x="23" y="203"/>
                    <a:pt x="35" y="205"/>
                  </a:cubicBezTo>
                  <a:cubicBezTo>
                    <a:pt x="44" y="208"/>
                    <a:pt x="54" y="208"/>
                    <a:pt x="62" y="210"/>
                  </a:cubicBezTo>
                  <a:cubicBezTo>
                    <a:pt x="88" y="210"/>
                    <a:pt x="94" y="208"/>
                    <a:pt x="101" y="208"/>
                  </a:cubicBezTo>
                  <a:cubicBezTo>
                    <a:pt x="108" y="206"/>
                    <a:pt x="115" y="204"/>
                    <a:pt x="122" y="203"/>
                  </a:cubicBezTo>
                  <a:cubicBezTo>
                    <a:pt x="128" y="200"/>
                    <a:pt x="133" y="199"/>
                    <a:pt x="140" y="195"/>
                  </a:cubicBezTo>
                  <a:cubicBezTo>
                    <a:pt x="146" y="194"/>
                    <a:pt x="152" y="191"/>
                    <a:pt x="159" y="189"/>
                  </a:cubicBezTo>
                  <a:cubicBezTo>
                    <a:pt x="166" y="186"/>
                    <a:pt x="172" y="184"/>
                    <a:pt x="180" y="181"/>
                  </a:cubicBezTo>
                  <a:cubicBezTo>
                    <a:pt x="187" y="180"/>
                    <a:pt x="195" y="176"/>
                    <a:pt x="204" y="175"/>
                  </a:cubicBezTo>
                  <a:cubicBezTo>
                    <a:pt x="213" y="174"/>
                    <a:pt x="221" y="171"/>
                    <a:pt x="232" y="170"/>
                  </a:cubicBezTo>
                  <a:cubicBezTo>
                    <a:pt x="242" y="170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FFFF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3228" name="Group 1084">
              <a:extLst>
                <a:ext uri="{FF2B5EF4-FFF2-40B4-BE49-F238E27FC236}">
                  <a16:creationId xmlns:a16="http://schemas.microsoft.com/office/drawing/2014/main" id="{4D205C11-62FB-573C-67EF-12C8A4B7E9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9" y="2357"/>
              <a:ext cx="693" cy="700"/>
              <a:chOff x="3859" y="2357"/>
              <a:chExt cx="693" cy="700"/>
            </a:xfrm>
          </p:grpSpPr>
          <p:sp>
            <p:nvSpPr>
              <p:cNvPr id="263225" name="Freeform 1081">
                <a:extLst>
                  <a:ext uri="{FF2B5EF4-FFF2-40B4-BE49-F238E27FC236}">
                    <a16:creationId xmlns:a16="http://schemas.microsoft.com/office/drawing/2014/main" id="{468AE95E-1B29-6DA3-0CC1-0E8F2E9A4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2357"/>
                <a:ext cx="693" cy="700"/>
              </a:xfrm>
              <a:custGeom>
                <a:avLst/>
                <a:gdLst>
                  <a:gd name="T0" fmla="*/ 106 w 212"/>
                  <a:gd name="T1" fmla="*/ 0 h 214"/>
                  <a:gd name="T2" fmla="*/ 0 w 212"/>
                  <a:gd name="T3" fmla="*/ 34 h 214"/>
                  <a:gd name="T4" fmla="*/ 0 w 212"/>
                  <a:gd name="T5" fmla="*/ 180 h 214"/>
                  <a:gd name="T6" fmla="*/ 106 w 212"/>
                  <a:gd name="T7" fmla="*/ 214 h 214"/>
                  <a:gd name="T8" fmla="*/ 212 w 212"/>
                  <a:gd name="T9" fmla="*/ 180 h 214"/>
                  <a:gd name="T10" fmla="*/ 212 w 212"/>
                  <a:gd name="T11" fmla="*/ 34 h 214"/>
                  <a:gd name="T12" fmla="*/ 106 w 212"/>
                  <a:gd name="T13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214">
                    <a:moveTo>
                      <a:pt x="106" y="0"/>
                    </a:moveTo>
                    <a:cubicBezTo>
                      <a:pt x="47" y="0"/>
                      <a:pt x="0" y="15"/>
                      <a:pt x="0" y="34"/>
                    </a:cubicBezTo>
                    <a:lnTo>
                      <a:pt x="0" y="180"/>
                    </a:lnTo>
                    <a:cubicBezTo>
                      <a:pt x="0" y="199"/>
                      <a:pt x="47" y="214"/>
                      <a:pt x="106" y="214"/>
                    </a:cubicBezTo>
                    <a:cubicBezTo>
                      <a:pt x="164" y="214"/>
                      <a:pt x="212" y="199"/>
                      <a:pt x="212" y="180"/>
                    </a:cubicBezTo>
                    <a:lnTo>
                      <a:pt x="212" y="34"/>
                    </a:lnTo>
                    <a:cubicBezTo>
                      <a:pt x="212" y="15"/>
                      <a:pt x="164" y="0"/>
                      <a:pt x="106" y="0"/>
                    </a:cubicBez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26" name="Freeform 1082">
                <a:extLst>
                  <a:ext uri="{FF2B5EF4-FFF2-40B4-BE49-F238E27FC236}">
                    <a16:creationId xmlns:a16="http://schemas.microsoft.com/office/drawing/2014/main" id="{573E40CC-AAE6-59A8-268D-5C273F486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2357"/>
                <a:ext cx="693" cy="700"/>
              </a:xfrm>
              <a:custGeom>
                <a:avLst/>
                <a:gdLst>
                  <a:gd name="T0" fmla="*/ 106 w 212"/>
                  <a:gd name="T1" fmla="*/ 0 h 214"/>
                  <a:gd name="T2" fmla="*/ 0 w 212"/>
                  <a:gd name="T3" fmla="*/ 34 h 214"/>
                  <a:gd name="T4" fmla="*/ 0 w 212"/>
                  <a:gd name="T5" fmla="*/ 180 h 214"/>
                  <a:gd name="T6" fmla="*/ 106 w 212"/>
                  <a:gd name="T7" fmla="*/ 214 h 214"/>
                  <a:gd name="T8" fmla="*/ 212 w 212"/>
                  <a:gd name="T9" fmla="*/ 180 h 214"/>
                  <a:gd name="T10" fmla="*/ 212 w 212"/>
                  <a:gd name="T11" fmla="*/ 34 h 214"/>
                  <a:gd name="T12" fmla="*/ 106 w 212"/>
                  <a:gd name="T13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214">
                    <a:moveTo>
                      <a:pt x="106" y="0"/>
                    </a:moveTo>
                    <a:cubicBezTo>
                      <a:pt x="47" y="0"/>
                      <a:pt x="0" y="15"/>
                      <a:pt x="0" y="34"/>
                    </a:cubicBezTo>
                    <a:lnTo>
                      <a:pt x="0" y="180"/>
                    </a:lnTo>
                    <a:cubicBezTo>
                      <a:pt x="0" y="199"/>
                      <a:pt x="47" y="214"/>
                      <a:pt x="106" y="214"/>
                    </a:cubicBezTo>
                    <a:cubicBezTo>
                      <a:pt x="164" y="214"/>
                      <a:pt x="212" y="199"/>
                      <a:pt x="212" y="180"/>
                    </a:cubicBezTo>
                    <a:lnTo>
                      <a:pt x="212" y="34"/>
                    </a:lnTo>
                    <a:cubicBezTo>
                      <a:pt x="212" y="15"/>
                      <a:pt x="164" y="0"/>
                      <a:pt x="106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27" name="Freeform 1083">
                <a:extLst>
                  <a:ext uri="{FF2B5EF4-FFF2-40B4-BE49-F238E27FC236}">
                    <a16:creationId xmlns:a16="http://schemas.microsoft.com/office/drawing/2014/main" id="{0340054D-9AC8-959C-3688-2EF663802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2469"/>
                <a:ext cx="693" cy="107"/>
              </a:xfrm>
              <a:custGeom>
                <a:avLst/>
                <a:gdLst>
                  <a:gd name="T0" fmla="*/ 0 w 212"/>
                  <a:gd name="T1" fmla="*/ 0 h 33"/>
                  <a:gd name="T2" fmla="*/ 106 w 212"/>
                  <a:gd name="T3" fmla="*/ 33 h 33"/>
                  <a:gd name="T4" fmla="*/ 212 w 212"/>
                  <a:gd name="T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2" h="33">
                    <a:moveTo>
                      <a:pt x="0" y="0"/>
                    </a:moveTo>
                    <a:cubicBezTo>
                      <a:pt x="0" y="18"/>
                      <a:pt x="47" y="33"/>
                      <a:pt x="106" y="33"/>
                    </a:cubicBezTo>
                    <a:cubicBezTo>
                      <a:pt x="164" y="33"/>
                      <a:pt x="212" y="18"/>
                      <a:pt x="212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3229" name="Rectangle 1085">
              <a:extLst>
                <a:ext uri="{FF2B5EF4-FFF2-40B4-BE49-F238E27FC236}">
                  <a16:creationId xmlns:a16="http://schemas.microsoft.com/office/drawing/2014/main" id="{58F7C5B2-7306-231A-B6E8-6DC401D6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2648"/>
              <a:ext cx="63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30" name="Rectangle 1086">
              <a:extLst>
                <a:ext uri="{FF2B5EF4-FFF2-40B4-BE49-F238E27FC236}">
                  <a16:creationId xmlns:a16="http://schemas.microsoft.com/office/drawing/2014/main" id="{6BCF2245-8FC6-7DD6-F2E5-040F938F9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" y="2662"/>
              <a:ext cx="399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Tahoma" panose="020B0604030504040204" pitchFamily="34" charset="0"/>
                  <a:ea typeface="+mn-ea"/>
                  <a:cs typeface="+mn-cs"/>
                </a:rPr>
                <a:t>Earned Value </a:t>
              </a:r>
              <a:endParaRPr lang="en-US" altLang="en-US"/>
            </a:p>
          </p:txBody>
        </p:sp>
        <p:sp>
          <p:nvSpPr>
            <p:cNvPr id="263231" name="Rectangle 1087">
              <a:extLst>
                <a:ext uri="{FF2B5EF4-FFF2-40B4-BE49-F238E27FC236}">
                  <a16:creationId xmlns:a16="http://schemas.microsoft.com/office/drawing/2014/main" id="{261F810B-8A37-766E-2689-45FD29883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734"/>
              <a:ext cx="391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Tahoma" panose="020B0604030504040204" pitchFamily="34" charset="0"/>
                  <a:ea typeface="+mn-ea"/>
                  <a:cs typeface="+mn-cs"/>
                </a:rPr>
                <a:t>Management </a:t>
              </a:r>
              <a:endParaRPr lang="en-US" altLang="en-US"/>
            </a:p>
          </p:txBody>
        </p:sp>
        <p:sp>
          <p:nvSpPr>
            <p:cNvPr id="263232" name="Rectangle 1088">
              <a:extLst>
                <a:ext uri="{FF2B5EF4-FFF2-40B4-BE49-F238E27FC236}">
                  <a16:creationId xmlns:a16="http://schemas.microsoft.com/office/drawing/2014/main" id="{42D8A5B2-37DA-A8B4-1EAF-E52BF4C74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2809"/>
              <a:ext cx="22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Tahoma" panose="020B0604030504040204" pitchFamily="34" charset="0"/>
                  <a:ea typeface="+mn-ea"/>
                  <a:cs typeface="+mn-cs"/>
                </a:rPr>
                <a:t>System </a:t>
              </a:r>
              <a:endParaRPr lang="en-US" altLang="en-US"/>
            </a:p>
          </p:txBody>
        </p:sp>
        <p:sp>
          <p:nvSpPr>
            <p:cNvPr id="263233" name="Rectangle 1089">
              <a:extLst>
                <a:ext uri="{FF2B5EF4-FFF2-40B4-BE49-F238E27FC236}">
                  <a16:creationId xmlns:a16="http://schemas.microsoft.com/office/drawing/2014/main" id="{46AC0405-6CE9-6C7B-B2E1-158570D18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886"/>
              <a:ext cx="563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34" name="Rectangle 1090">
              <a:extLst>
                <a:ext uri="{FF2B5EF4-FFF2-40B4-BE49-F238E27FC236}">
                  <a16:creationId xmlns:a16="http://schemas.microsoft.com/office/drawing/2014/main" id="{94F0DC0D-0F31-79F7-9E65-EAC28A6D1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4" y="1906"/>
              <a:ext cx="239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233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Project </a:t>
              </a:r>
              <a:endParaRPr lang="en-US" altLang="en-US"/>
            </a:p>
          </p:txBody>
        </p:sp>
        <p:sp>
          <p:nvSpPr>
            <p:cNvPr id="263235" name="Rectangle 1091">
              <a:extLst>
                <a:ext uri="{FF2B5EF4-FFF2-40B4-BE49-F238E27FC236}">
                  <a16:creationId xmlns:a16="http://schemas.microsoft.com/office/drawing/2014/main" id="{2B9257C8-1AFF-2ADE-8F65-880BA2AA1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" y="1991"/>
              <a:ext cx="297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233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Schedule</a:t>
              </a:r>
              <a:endParaRPr lang="en-US" altLang="en-US"/>
            </a:p>
          </p:txBody>
        </p:sp>
        <p:sp>
          <p:nvSpPr>
            <p:cNvPr id="263236" name="Freeform 1092">
              <a:extLst>
                <a:ext uri="{FF2B5EF4-FFF2-40B4-BE49-F238E27FC236}">
                  <a16:creationId xmlns:a16="http://schemas.microsoft.com/office/drawing/2014/main" id="{C0EEEFC3-71D2-5C77-6157-574FAEC5D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070"/>
              <a:ext cx="873" cy="690"/>
            </a:xfrm>
            <a:custGeom>
              <a:avLst/>
              <a:gdLst>
                <a:gd name="T0" fmla="*/ 0 w 267"/>
                <a:gd name="T1" fmla="*/ 197 h 211"/>
                <a:gd name="T2" fmla="*/ 35 w 267"/>
                <a:gd name="T3" fmla="*/ 206 h 211"/>
                <a:gd name="T4" fmla="*/ 63 w 267"/>
                <a:gd name="T5" fmla="*/ 211 h 211"/>
                <a:gd name="T6" fmla="*/ 101 w 267"/>
                <a:gd name="T7" fmla="*/ 208 h 211"/>
                <a:gd name="T8" fmla="*/ 122 w 267"/>
                <a:gd name="T9" fmla="*/ 203 h 211"/>
                <a:gd name="T10" fmla="*/ 140 w 267"/>
                <a:gd name="T11" fmla="*/ 196 h 211"/>
                <a:gd name="T12" fmla="*/ 159 w 267"/>
                <a:gd name="T13" fmla="*/ 189 h 211"/>
                <a:gd name="T14" fmla="*/ 180 w 267"/>
                <a:gd name="T15" fmla="*/ 182 h 211"/>
                <a:gd name="T16" fmla="*/ 204 w 267"/>
                <a:gd name="T17" fmla="*/ 175 h 211"/>
                <a:gd name="T18" fmla="*/ 232 w 267"/>
                <a:gd name="T19" fmla="*/ 170 h 211"/>
                <a:gd name="T20" fmla="*/ 267 w 267"/>
                <a:gd name="T21" fmla="*/ 169 h 211"/>
                <a:gd name="T22" fmla="*/ 267 w 267"/>
                <a:gd name="T23" fmla="*/ 0 h 211"/>
                <a:gd name="T24" fmla="*/ 0 w 267"/>
                <a:gd name="T25" fmla="*/ 0 h 211"/>
                <a:gd name="T26" fmla="*/ 0 w 267"/>
                <a:gd name="T27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1">
                  <a:moveTo>
                    <a:pt x="0" y="197"/>
                  </a:moveTo>
                  <a:cubicBezTo>
                    <a:pt x="12" y="201"/>
                    <a:pt x="24" y="203"/>
                    <a:pt x="35" y="206"/>
                  </a:cubicBezTo>
                  <a:cubicBezTo>
                    <a:pt x="45" y="208"/>
                    <a:pt x="54" y="209"/>
                    <a:pt x="63" y="211"/>
                  </a:cubicBezTo>
                  <a:cubicBezTo>
                    <a:pt x="88" y="211"/>
                    <a:pt x="94" y="209"/>
                    <a:pt x="101" y="208"/>
                  </a:cubicBezTo>
                  <a:cubicBezTo>
                    <a:pt x="108" y="207"/>
                    <a:pt x="115" y="205"/>
                    <a:pt x="122" y="203"/>
                  </a:cubicBezTo>
                  <a:cubicBezTo>
                    <a:pt x="128" y="201"/>
                    <a:pt x="134" y="199"/>
                    <a:pt x="140" y="196"/>
                  </a:cubicBezTo>
                  <a:cubicBezTo>
                    <a:pt x="146" y="194"/>
                    <a:pt x="153" y="192"/>
                    <a:pt x="159" y="189"/>
                  </a:cubicBezTo>
                  <a:cubicBezTo>
                    <a:pt x="166" y="187"/>
                    <a:pt x="173" y="184"/>
                    <a:pt x="180" y="182"/>
                  </a:cubicBezTo>
                  <a:cubicBezTo>
                    <a:pt x="188" y="180"/>
                    <a:pt x="195" y="177"/>
                    <a:pt x="204" y="175"/>
                  </a:cubicBezTo>
                  <a:cubicBezTo>
                    <a:pt x="213" y="174"/>
                    <a:pt x="222" y="172"/>
                    <a:pt x="232" y="170"/>
                  </a:cubicBezTo>
                  <a:cubicBezTo>
                    <a:pt x="243" y="170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FFFFFF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237" name="Rectangle 1093">
              <a:extLst>
                <a:ext uri="{FF2B5EF4-FFF2-40B4-BE49-F238E27FC236}">
                  <a16:creationId xmlns:a16="http://schemas.microsoft.com/office/drawing/2014/main" id="{706E0465-1AF7-FC1C-C6BA-433FA8E9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" y="2096"/>
              <a:ext cx="781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38" name="Rectangle 1094">
              <a:extLst>
                <a:ext uri="{FF2B5EF4-FFF2-40B4-BE49-F238E27FC236}">
                  <a16:creationId xmlns:a16="http://schemas.microsoft.com/office/drawing/2014/main" id="{C7D0A371-2B95-623A-91DC-693C42932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" y="2116"/>
              <a:ext cx="589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233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Resource Planning</a:t>
              </a:r>
              <a:endParaRPr lang="en-US" altLang="en-US"/>
            </a:p>
          </p:txBody>
        </p:sp>
        <p:sp>
          <p:nvSpPr>
            <p:cNvPr id="263239" name="Rectangle 1095">
              <a:extLst>
                <a:ext uri="{FF2B5EF4-FFF2-40B4-BE49-F238E27FC236}">
                  <a16:creationId xmlns:a16="http://schemas.microsoft.com/office/drawing/2014/main" id="{58EE935E-8F82-1DBA-BC55-925880AB9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2237"/>
              <a:ext cx="38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Define/Assign</a:t>
              </a:r>
              <a:endParaRPr lang="en-US" altLang="en-US"/>
            </a:p>
          </p:txBody>
        </p:sp>
        <p:sp>
          <p:nvSpPr>
            <p:cNvPr id="263240" name="Rectangle 1096">
              <a:extLst>
                <a:ext uri="{FF2B5EF4-FFF2-40B4-BE49-F238E27FC236}">
                  <a16:creationId xmlns:a16="http://schemas.microsoft.com/office/drawing/2014/main" id="{A71B08E9-26D7-C772-993F-128558BF6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5" y="2348"/>
              <a:ext cx="486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Schedule/Budget</a:t>
              </a:r>
              <a:endParaRPr lang="en-US" altLang="en-US"/>
            </a:p>
          </p:txBody>
        </p:sp>
        <p:sp>
          <p:nvSpPr>
            <p:cNvPr id="263241" name="Rectangle 1097">
              <a:extLst>
                <a:ext uri="{FF2B5EF4-FFF2-40B4-BE49-F238E27FC236}">
                  <a16:creationId xmlns:a16="http://schemas.microsoft.com/office/drawing/2014/main" id="{02048769-4130-F12C-7153-0F5585AC8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456"/>
              <a:ext cx="513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Establish Baseline</a:t>
              </a:r>
              <a:endParaRPr lang="en-US" altLang="en-US"/>
            </a:p>
          </p:txBody>
        </p:sp>
        <p:grpSp>
          <p:nvGrpSpPr>
            <p:cNvPr id="263245" name="Group 1101">
              <a:extLst>
                <a:ext uri="{FF2B5EF4-FFF2-40B4-BE49-F238E27FC236}">
                  <a16:creationId xmlns:a16="http://schemas.microsoft.com/office/drawing/2014/main" id="{A97140A5-64F4-B681-AAE1-22D93E5B69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2" y="2877"/>
              <a:ext cx="451" cy="422"/>
              <a:chOff x="3002" y="2877"/>
              <a:chExt cx="451" cy="422"/>
            </a:xfrm>
          </p:grpSpPr>
          <p:sp>
            <p:nvSpPr>
              <p:cNvPr id="263242" name="Freeform 1098">
                <a:extLst>
                  <a:ext uri="{FF2B5EF4-FFF2-40B4-BE49-F238E27FC236}">
                    <a16:creationId xmlns:a16="http://schemas.microsoft.com/office/drawing/2014/main" id="{76FE6068-3110-4BD2-2DD7-4A54E197F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2877"/>
                <a:ext cx="451" cy="422"/>
              </a:xfrm>
              <a:custGeom>
                <a:avLst/>
                <a:gdLst>
                  <a:gd name="T0" fmla="*/ 69 w 138"/>
                  <a:gd name="T1" fmla="*/ 0 h 129"/>
                  <a:gd name="T2" fmla="*/ 0 w 138"/>
                  <a:gd name="T3" fmla="*/ 20 h 129"/>
                  <a:gd name="T4" fmla="*/ 0 w 138"/>
                  <a:gd name="T5" fmla="*/ 109 h 129"/>
                  <a:gd name="T6" fmla="*/ 69 w 138"/>
                  <a:gd name="T7" fmla="*/ 129 h 129"/>
                  <a:gd name="T8" fmla="*/ 138 w 138"/>
                  <a:gd name="T9" fmla="*/ 109 h 129"/>
                  <a:gd name="T10" fmla="*/ 138 w 138"/>
                  <a:gd name="T11" fmla="*/ 20 h 129"/>
                  <a:gd name="T12" fmla="*/ 69 w 138"/>
                  <a:gd name="T13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29">
                    <a:moveTo>
                      <a:pt x="69" y="0"/>
                    </a:moveTo>
                    <a:cubicBezTo>
                      <a:pt x="31" y="0"/>
                      <a:pt x="0" y="9"/>
                      <a:pt x="0" y="20"/>
                    </a:cubicBezTo>
                    <a:lnTo>
                      <a:pt x="0" y="109"/>
                    </a:lnTo>
                    <a:cubicBezTo>
                      <a:pt x="0" y="120"/>
                      <a:pt x="31" y="129"/>
                      <a:pt x="69" y="129"/>
                    </a:cubicBezTo>
                    <a:cubicBezTo>
                      <a:pt x="107" y="129"/>
                      <a:pt x="138" y="120"/>
                      <a:pt x="138" y="109"/>
                    </a:cubicBezTo>
                    <a:lnTo>
                      <a:pt x="138" y="20"/>
                    </a:lnTo>
                    <a:cubicBezTo>
                      <a:pt x="138" y="9"/>
                      <a:pt x="107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43" name="Freeform 1099">
                <a:extLst>
                  <a:ext uri="{FF2B5EF4-FFF2-40B4-BE49-F238E27FC236}">
                    <a16:creationId xmlns:a16="http://schemas.microsoft.com/office/drawing/2014/main" id="{E36DDCAF-7202-2E25-6976-EB31E8801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2877"/>
                <a:ext cx="451" cy="422"/>
              </a:xfrm>
              <a:custGeom>
                <a:avLst/>
                <a:gdLst>
                  <a:gd name="T0" fmla="*/ 69 w 138"/>
                  <a:gd name="T1" fmla="*/ 0 h 129"/>
                  <a:gd name="T2" fmla="*/ 0 w 138"/>
                  <a:gd name="T3" fmla="*/ 20 h 129"/>
                  <a:gd name="T4" fmla="*/ 0 w 138"/>
                  <a:gd name="T5" fmla="*/ 109 h 129"/>
                  <a:gd name="T6" fmla="*/ 69 w 138"/>
                  <a:gd name="T7" fmla="*/ 129 h 129"/>
                  <a:gd name="T8" fmla="*/ 138 w 138"/>
                  <a:gd name="T9" fmla="*/ 109 h 129"/>
                  <a:gd name="T10" fmla="*/ 138 w 138"/>
                  <a:gd name="T11" fmla="*/ 20 h 129"/>
                  <a:gd name="T12" fmla="*/ 69 w 138"/>
                  <a:gd name="T13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129">
                    <a:moveTo>
                      <a:pt x="69" y="0"/>
                    </a:moveTo>
                    <a:cubicBezTo>
                      <a:pt x="31" y="0"/>
                      <a:pt x="0" y="9"/>
                      <a:pt x="0" y="20"/>
                    </a:cubicBezTo>
                    <a:lnTo>
                      <a:pt x="0" y="109"/>
                    </a:lnTo>
                    <a:cubicBezTo>
                      <a:pt x="0" y="120"/>
                      <a:pt x="31" y="129"/>
                      <a:pt x="69" y="129"/>
                    </a:cubicBezTo>
                    <a:cubicBezTo>
                      <a:pt x="107" y="129"/>
                      <a:pt x="138" y="120"/>
                      <a:pt x="138" y="109"/>
                    </a:cubicBezTo>
                    <a:lnTo>
                      <a:pt x="138" y="20"/>
                    </a:lnTo>
                    <a:cubicBezTo>
                      <a:pt x="138" y="9"/>
                      <a:pt x="107" y="0"/>
                      <a:pt x="69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44" name="Freeform 1100">
                <a:extLst>
                  <a:ext uri="{FF2B5EF4-FFF2-40B4-BE49-F238E27FC236}">
                    <a16:creationId xmlns:a16="http://schemas.microsoft.com/office/drawing/2014/main" id="{1555E6F2-992F-F4DC-0EAB-666A624CA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2943"/>
                <a:ext cx="451" cy="68"/>
              </a:xfrm>
              <a:custGeom>
                <a:avLst/>
                <a:gdLst>
                  <a:gd name="T0" fmla="*/ 0 w 138"/>
                  <a:gd name="T1" fmla="*/ 0 h 21"/>
                  <a:gd name="T2" fmla="*/ 69 w 138"/>
                  <a:gd name="T3" fmla="*/ 21 h 21"/>
                  <a:gd name="T4" fmla="*/ 138 w 138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" h="21">
                    <a:moveTo>
                      <a:pt x="0" y="0"/>
                    </a:moveTo>
                    <a:cubicBezTo>
                      <a:pt x="0" y="12"/>
                      <a:pt x="31" y="21"/>
                      <a:pt x="69" y="21"/>
                    </a:cubicBezTo>
                    <a:cubicBezTo>
                      <a:pt x="107" y="21"/>
                      <a:pt x="138" y="12"/>
                      <a:pt x="138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3246" name="Rectangle 1102">
              <a:extLst>
                <a:ext uri="{FF2B5EF4-FFF2-40B4-BE49-F238E27FC236}">
                  <a16:creationId xmlns:a16="http://schemas.microsoft.com/office/drawing/2014/main" id="{76201F9B-729C-AE99-521E-DB2F68968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44"/>
              <a:ext cx="432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47" name="Rectangle 1103">
              <a:extLst>
                <a:ext uri="{FF2B5EF4-FFF2-40B4-BE49-F238E27FC236}">
                  <a16:creationId xmlns:a16="http://schemas.microsoft.com/office/drawing/2014/main" id="{F53FB653-5D22-6435-9378-76AF43AA2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" y="3061"/>
              <a:ext cx="29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959" kern="1200">
                  <a:solidFill>
                    <a:srgbClr val="000000"/>
                  </a:solidFill>
                  <a:latin typeface="Tahoma" panose="020B0604030504040204" pitchFamily="34" charset="0"/>
                  <a:ea typeface="+mn-ea"/>
                  <a:cs typeface="+mn-cs"/>
                </a:rPr>
                <a:t>Accounting </a:t>
              </a:r>
              <a:endParaRPr lang="en-US" altLang="en-US"/>
            </a:p>
          </p:txBody>
        </p:sp>
        <p:sp>
          <p:nvSpPr>
            <p:cNvPr id="263248" name="Rectangle 1104">
              <a:extLst>
                <a:ext uri="{FF2B5EF4-FFF2-40B4-BE49-F238E27FC236}">
                  <a16:creationId xmlns:a16="http://schemas.microsoft.com/office/drawing/2014/main" id="{ABD59ECB-29CB-7AC2-751F-A737DB56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3123"/>
              <a:ext cx="19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959" kern="1200">
                  <a:solidFill>
                    <a:srgbClr val="000000"/>
                  </a:solidFill>
                  <a:latin typeface="Tahoma" panose="020B0604030504040204" pitchFamily="34" charset="0"/>
                  <a:ea typeface="+mn-ea"/>
                  <a:cs typeface="+mn-cs"/>
                </a:rPr>
                <a:t>System </a:t>
              </a:r>
              <a:endParaRPr lang="en-US" altLang="en-US"/>
            </a:p>
          </p:txBody>
        </p:sp>
        <p:sp>
          <p:nvSpPr>
            <p:cNvPr id="263249" name="Rectangle 1105">
              <a:extLst>
                <a:ext uri="{FF2B5EF4-FFF2-40B4-BE49-F238E27FC236}">
                  <a16:creationId xmlns:a16="http://schemas.microsoft.com/office/drawing/2014/main" id="{90A0AD16-2F91-8A99-8E4A-AD14A39F8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1743"/>
              <a:ext cx="791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50" name="Rectangle 1106">
              <a:extLst>
                <a:ext uri="{FF2B5EF4-FFF2-40B4-BE49-F238E27FC236}">
                  <a16:creationId xmlns:a16="http://schemas.microsoft.com/office/drawing/2014/main" id="{4405DE58-6AB1-6257-BA3D-83BC44E2C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1759"/>
              <a:ext cx="312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233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WBS/OBS</a:t>
              </a:r>
              <a:endParaRPr lang="en-US" altLang="en-US"/>
            </a:p>
          </p:txBody>
        </p:sp>
        <p:sp>
          <p:nvSpPr>
            <p:cNvPr id="263251" name="Freeform 1107">
              <a:extLst>
                <a:ext uri="{FF2B5EF4-FFF2-40B4-BE49-F238E27FC236}">
                  <a16:creationId xmlns:a16="http://schemas.microsoft.com/office/drawing/2014/main" id="{44781403-DB3C-A7C6-BE30-A42F6175A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315"/>
              <a:ext cx="262" cy="206"/>
            </a:xfrm>
            <a:custGeom>
              <a:avLst/>
              <a:gdLst>
                <a:gd name="T0" fmla="*/ 232 w 262"/>
                <a:gd name="T1" fmla="*/ 118 h 206"/>
                <a:gd name="T2" fmla="*/ 216 w 262"/>
                <a:gd name="T3" fmla="*/ 140 h 206"/>
                <a:gd name="T4" fmla="*/ 33 w 262"/>
                <a:gd name="T5" fmla="*/ 0 h 206"/>
                <a:gd name="T6" fmla="*/ 0 w 262"/>
                <a:gd name="T7" fmla="*/ 39 h 206"/>
                <a:gd name="T8" fmla="*/ 186 w 262"/>
                <a:gd name="T9" fmla="*/ 180 h 206"/>
                <a:gd name="T10" fmla="*/ 170 w 262"/>
                <a:gd name="T11" fmla="*/ 203 h 206"/>
                <a:gd name="T12" fmla="*/ 262 w 262"/>
                <a:gd name="T13" fmla="*/ 206 h 206"/>
                <a:gd name="T14" fmla="*/ 232 w 262"/>
                <a:gd name="T15" fmla="*/ 11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2" h="206">
                  <a:moveTo>
                    <a:pt x="232" y="118"/>
                  </a:moveTo>
                  <a:lnTo>
                    <a:pt x="216" y="140"/>
                  </a:lnTo>
                  <a:lnTo>
                    <a:pt x="33" y="0"/>
                  </a:lnTo>
                  <a:lnTo>
                    <a:pt x="0" y="39"/>
                  </a:lnTo>
                  <a:lnTo>
                    <a:pt x="186" y="180"/>
                  </a:lnTo>
                  <a:lnTo>
                    <a:pt x="170" y="203"/>
                  </a:lnTo>
                  <a:lnTo>
                    <a:pt x="262" y="206"/>
                  </a:lnTo>
                  <a:lnTo>
                    <a:pt x="232" y="118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52" name="Freeform 1108">
              <a:extLst>
                <a:ext uri="{FF2B5EF4-FFF2-40B4-BE49-F238E27FC236}">
                  <a16:creationId xmlns:a16="http://schemas.microsoft.com/office/drawing/2014/main" id="{3D82D28A-57FA-ED83-9F0E-6F7A53CB6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868"/>
              <a:ext cx="262" cy="199"/>
            </a:xfrm>
            <a:custGeom>
              <a:avLst/>
              <a:gdLst>
                <a:gd name="T0" fmla="*/ 167 w 262"/>
                <a:gd name="T1" fmla="*/ 3 h 199"/>
                <a:gd name="T2" fmla="*/ 183 w 262"/>
                <a:gd name="T3" fmla="*/ 22 h 199"/>
                <a:gd name="T4" fmla="*/ 0 w 262"/>
                <a:gd name="T5" fmla="*/ 160 h 199"/>
                <a:gd name="T6" fmla="*/ 33 w 262"/>
                <a:gd name="T7" fmla="*/ 199 h 199"/>
                <a:gd name="T8" fmla="*/ 216 w 262"/>
                <a:gd name="T9" fmla="*/ 65 h 199"/>
                <a:gd name="T10" fmla="*/ 229 w 262"/>
                <a:gd name="T11" fmla="*/ 85 h 199"/>
                <a:gd name="T12" fmla="*/ 262 w 262"/>
                <a:gd name="T13" fmla="*/ 0 h 199"/>
                <a:gd name="T14" fmla="*/ 167 w 262"/>
                <a:gd name="T15" fmla="*/ 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2" h="199">
                  <a:moveTo>
                    <a:pt x="167" y="3"/>
                  </a:moveTo>
                  <a:lnTo>
                    <a:pt x="183" y="22"/>
                  </a:lnTo>
                  <a:lnTo>
                    <a:pt x="0" y="160"/>
                  </a:lnTo>
                  <a:lnTo>
                    <a:pt x="33" y="199"/>
                  </a:lnTo>
                  <a:lnTo>
                    <a:pt x="216" y="65"/>
                  </a:lnTo>
                  <a:lnTo>
                    <a:pt x="229" y="85"/>
                  </a:lnTo>
                  <a:lnTo>
                    <a:pt x="262" y="0"/>
                  </a:lnTo>
                  <a:lnTo>
                    <a:pt x="167" y="3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53" name="Rectangle 1109">
              <a:extLst>
                <a:ext uri="{FF2B5EF4-FFF2-40B4-BE49-F238E27FC236}">
                  <a16:creationId xmlns:a16="http://schemas.microsoft.com/office/drawing/2014/main" id="{F662D103-25E0-3D17-D108-0BB98BD8F4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80000">
              <a:off x="3581" y="2925"/>
              <a:ext cx="18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959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Actuals</a:t>
              </a:r>
              <a:endParaRPr lang="en-US" altLang="en-US"/>
            </a:p>
          </p:txBody>
        </p:sp>
        <p:sp>
          <p:nvSpPr>
            <p:cNvPr id="263254" name="Rectangle 1110">
              <a:extLst>
                <a:ext uri="{FF2B5EF4-FFF2-40B4-BE49-F238E27FC236}">
                  <a16:creationId xmlns:a16="http://schemas.microsoft.com/office/drawing/2014/main" id="{AE7D3C7C-AB17-ECDA-7389-BABF2FBD3D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80000">
              <a:off x="3650" y="2381"/>
              <a:ext cx="10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959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Plan</a:t>
              </a:r>
              <a:endParaRPr lang="en-US" altLang="en-US"/>
            </a:p>
          </p:txBody>
        </p:sp>
        <p:sp>
          <p:nvSpPr>
            <p:cNvPr id="263255" name="Freeform 1111">
              <a:extLst>
                <a:ext uri="{FF2B5EF4-FFF2-40B4-BE49-F238E27FC236}">
                  <a16:creationId xmlns:a16="http://schemas.microsoft.com/office/drawing/2014/main" id="{E419FE9C-E4C5-D4DB-2653-5AE06427A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083"/>
              <a:ext cx="265" cy="203"/>
            </a:xfrm>
            <a:custGeom>
              <a:avLst/>
              <a:gdLst>
                <a:gd name="T0" fmla="*/ 174 w 265"/>
                <a:gd name="T1" fmla="*/ 4 h 203"/>
                <a:gd name="T2" fmla="*/ 187 w 265"/>
                <a:gd name="T3" fmla="*/ 23 h 203"/>
                <a:gd name="T4" fmla="*/ 0 w 265"/>
                <a:gd name="T5" fmla="*/ 161 h 203"/>
                <a:gd name="T6" fmla="*/ 33 w 265"/>
                <a:gd name="T7" fmla="*/ 203 h 203"/>
                <a:gd name="T8" fmla="*/ 219 w 265"/>
                <a:gd name="T9" fmla="*/ 66 h 203"/>
                <a:gd name="T10" fmla="*/ 236 w 265"/>
                <a:gd name="T11" fmla="*/ 85 h 203"/>
                <a:gd name="T12" fmla="*/ 265 w 265"/>
                <a:gd name="T13" fmla="*/ 0 h 203"/>
                <a:gd name="T14" fmla="*/ 174 w 265"/>
                <a:gd name="T15" fmla="*/ 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5" h="203">
                  <a:moveTo>
                    <a:pt x="174" y="4"/>
                  </a:moveTo>
                  <a:lnTo>
                    <a:pt x="187" y="23"/>
                  </a:lnTo>
                  <a:lnTo>
                    <a:pt x="0" y="161"/>
                  </a:lnTo>
                  <a:lnTo>
                    <a:pt x="33" y="203"/>
                  </a:lnTo>
                  <a:lnTo>
                    <a:pt x="219" y="66"/>
                  </a:lnTo>
                  <a:lnTo>
                    <a:pt x="236" y="85"/>
                  </a:lnTo>
                  <a:lnTo>
                    <a:pt x="265" y="0"/>
                  </a:lnTo>
                  <a:lnTo>
                    <a:pt x="174" y="4"/>
                  </a:ln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56" name="Rectangle 1112">
              <a:extLst>
                <a:ext uri="{FF2B5EF4-FFF2-40B4-BE49-F238E27FC236}">
                  <a16:creationId xmlns:a16="http://schemas.microsoft.com/office/drawing/2014/main" id="{05E4B3DA-5029-164C-DF6B-6EFC260ADA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80000">
              <a:off x="3819" y="3151"/>
              <a:ext cx="19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959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Funding</a:t>
              </a:r>
              <a:endParaRPr lang="en-US" altLang="en-US"/>
            </a:p>
          </p:txBody>
        </p:sp>
        <p:grpSp>
          <p:nvGrpSpPr>
            <p:cNvPr id="263261" name="Group 1117">
              <a:extLst>
                <a:ext uri="{FF2B5EF4-FFF2-40B4-BE49-F238E27FC236}">
                  <a16:creationId xmlns:a16="http://schemas.microsoft.com/office/drawing/2014/main" id="{60AF7706-75CD-CFFC-B1C7-771F479CE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" y="1988"/>
              <a:ext cx="1170" cy="379"/>
              <a:chOff x="4062" y="1988"/>
              <a:chExt cx="1170" cy="379"/>
            </a:xfrm>
          </p:grpSpPr>
          <p:sp>
            <p:nvSpPr>
              <p:cNvPr id="263257" name="Freeform 1113">
                <a:extLst>
                  <a:ext uri="{FF2B5EF4-FFF2-40B4-BE49-F238E27FC236}">
                    <a16:creationId xmlns:a16="http://schemas.microsoft.com/office/drawing/2014/main" id="{FA1C5371-CB26-0482-F151-1E3B1E77E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88"/>
                <a:ext cx="1170" cy="379"/>
              </a:xfrm>
              <a:custGeom>
                <a:avLst/>
                <a:gdLst>
                  <a:gd name="T0" fmla="*/ 0 w 358"/>
                  <a:gd name="T1" fmla="*/ 116 h 116"/>
                  <a:gd name="T2" fmla="*/ 128 w 358"/>
                  <a:gd name="T3" fmla="*/ 0 h 116"/>
                  <a:gd name="T4" fmla="*/ 201 w 358"/>
                  <a:gd name="T5" fmla="*/ 0 h 116"/>
                  <a:gd name="T6" fmla="*/ 321 w 358"/>
                  <a:gd name="T7" fmla="*/ 77 h 116"/>
                  <a:gd name="T8" fmla="*/ 358 w 358"/>
                  <a:gd name="T9" fmla="*/ 77 h 116"/>
                  <a:gd name="T10" fmla="*/ 292 w 358"/>
                  <a:gd name="T11" fmla="*/ 116 h 116"/>
                  <a:gd name="T12" fmla="*/ 212 w 358"/>
                  <a:gd name="T13" fmla="*/ 77 h 116"/>
                  <a:gd name="T14" fmla="*/ 248 w 358"/>
                  <a:gd name="T15" fmla="*/ 77 h 116"/>
                  <a:gd name="T16" fmla="*/ 164 w 358"/>
                  <a:gd name="T17" fmla="*/ 5 h 116"/>
                  <a:gd name="T18" fmla="*/ 164 w 358"/>
                  <a:gd name="T19" fmla="*/ 5 h 116"/>
                  <a:gd name="T20" fmla="*/ 73 w 358"/>
                  <a:gd name="T21" fmla="*/ 116 h 116"/>
                  <a:gd name="T22" fmla="*/ 0 w 358"/>
                  <a:gd name="T23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8" h="116">
                    <a:moveTo>
                      <a:pt x="0" y="116"/>
                    </a:moveTo>
                    <a:cubicBezTo>
                      <a:pt x="0" y="52"/>
                      <a:pt x="57" y="0"/>
                      <a:pt x="128" y="0"/>
                    </a:cubicBezTo>
                    <a:lnTo>
                      <a:pt x="201" y="0"/>
                    </a:lnTo>
                    <a:cubicBezTo>
                      <a:pt x="255" y="0"/>
                      <a:pt x="303" y="31"/>
                      <a:pt x="321" y="77"/>
                    </a:cubicBezTo>
                    <a:lnTo>
                      <a:pt x="358" y="77"/>
                    </a:lnTo>
                    <a:lnTo>
                      <a:pt x="292" y="116"/>
                    </a:lnTo>
                    <a:lnTo>
                      <a:pt x="212" y="77"/>
                    </a:lnTo>
                    <a:lnTo>
                      <a:pt x="248" y="77"/>
                    </a:lnTo>
                    <a:cubicBezTo>
                      <a:pt x="235" y="42"/>
                      <a:pt x="204" y="15"/>
                      <a:pt x="164" y="5"/>
                    </a:cubicBezTo>
                    <a:lnTo>
                      <a:pt x="164" y="5"/>
                    </a:lnTo>
                    <a:cubicBezTo>
                      <a:pt x="110" y="19"/>
                      <a:pt x="73" y="65"/>
                      <a:pt x="73" y="116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58" name="Freeform 1114">
                <a:extLst>
                  <a:ext uri="{FF2B5EF4-FFF2-40B4-BE49-F238E27FC236}">
                    <a16:creationId xmlns:a16="http://schemas.microsoft.com/office/drawing/2014/main" id="{C894D10A-23ED-B1A0-A981-122C1773A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88"/>
                <a:ext cx="536" cy="379"/>
              </a:xfrm>
              <a:custGeom>
                <a:avLst/>
                <a:gdLst>
                  <a:gd name="T0" fmla="*/ 0 w 164"/>
                  <a:gd name="T1" fmla="*/ 116 h 116"/>
                  <a:gd name="T2" fmla="*/ 128 w 164"/>
                  <a:gd name="T3" fmla="*/ 0 h 116"/>
                  <a:gd name="T4" fmla="*/ 164 w 164"/>
                  <a:gd name="T5" fmla="*/ 5 h 116"/>
                  <a:gd name="T6" fmla="*/ 164 w 164"/>
                  <a:gd name="T7" fmla="*/ 5 h 116"/>
                  <a:gd name="T8" fmla="*/ 73 w 164"/>
                  <a:gd name="T9" fmla="*/ 116 h 116"/>
                  <a:gd name="T10" fmla="*/ 0 w 164"/>
                  <a:gd name="T11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16">
                    <a:moveTo>
                      <a:pt x="0" y="116"/>
                    </a:moveTo>
                    <a:cubicBezTo>
                      <a:pt x="0" y="52"/>
                      <a:pt x="57" y="0"/>
                      <a:pt x="128" y="0"/>
                    </a:cubicBezTo>
                    <a:cubicBezTo>
                      <a:pt x="140" y="0"/>
                      <a:pt x="153" y="2"/>
                      <a:pt x="164" y="5"/>
                    </a:cubicBezTo>
                    <a:lnTo>
                      <a:pt x="164" y="5"/>
                    </a:lnTo>
                    <a:cubicBezTo>
                      <a:pt x="110" y="19"/>
                      <a:pt x="73" y="65"/>
                      <a:pt x="73" y="116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rgbClr val="9A9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59" name="Freeform 1115">
                <a:extLst>
                  <a:ext uri="{FF2B5EF4-FFF2-40B4-BE49-F238E27FC236}">
                    <a16:creationId xmlns:a16="http://schemas.microsoft.com/office/drawing/2014/main" id="{EBA54133-858D-9F04-0F62-DD8FB9DD6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88"/>
                <a:ext cx="1170" cy="379"/>
              </a:xfrm>
              <a:custGeom>
                <a:avLst/>
                <a:gdLst>
                  <a:gd name="T0" fmla="*/ 0 w 358"/>
                  <a:gd name="T1" fmla="*/ 116 h 116"/>
                  <a:gd name="T2" fmla="*/ 128 w 358"/>
                  <a:gd name="T3" fmla="*/ 0 h 116"/>
                  <a:gd name="T4" fmla="*/ 201 w 358"/>
                  <a:gd name="T5" fmla="*/ 0 h 116"/>
                  <a:gd name="T6" fmla="*/ 321 w 358"/>
                  <a:gd name="T7" fmla="*/ 77 h 116"/>
                  <a:gd name="T8" fmla="*/ 358 w 358"/>
                  <a:gd name="T9" fmla="*/ 77 h 116"/>
                  <a:gd name="T10" fmla="*/ 292 w 358"/>
                  <a:gd name="T11" fmla="*/ 116 h 116"/>
                  <a:gd name="T12" fmla="*/ 212 w 358"/>
                  <a:gd name="T13" fmla="*/ 77 h 116"/>
                  <a:gd name="T14" fmla="*/ 248 w 358"/>
                  <a:gd name="T15" fmla="*/ 77 h 116"/>
                  <a:gd name="T16" fmla="*/ 164 w 358"/>
                  <a:gd name="T17" fmla="*/ 5 h 116"/>
                  <a:gd name="T18" fmla="*/ 164 w 358"/>
                  <a:gd name="T19" fmla="*/ 5 h 116"/>
                  <a:gd name="T20" fmla="*/ 73 w 358"/>
                  <a:gd name="T21" fmla="*/ 116 h 116"/>
                  <a:gd name="T22" fmla="*/ 0 w 358"/>
                  <a:gd name="T23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8" h="116">
                    <a:moveTo>
                      <a:pt x="0" y="116"/>
                    </a:moveTo>
                    <a:cubicBezTo>
                      <a:pt x="0" y="52"/>
                      <a:pt x="57" y="0"/>
                      <a:pt x="128" y="0"/>
                    </a:cubicBezTo>
                    <a:lnTo>
                      <a:pt x="201" y="0"/>
                    </a:lnTo>
                    <a:cubicBezTo>
                      <a:pt x="255" y="0"/>
                      <a:pt x="303" y="31"/>
                      <a:pt x="321" y="77"/>
                    </a:cubicBezTo>
                    <a:lnTo>
                      <a:pt x="358" y="77"/>
                    </a:lnTo>
                    <a:lnTo>
                      <a:pt x="292" y="116"/>
                    </a:lnTo>
                    <a:lnTo>
                      <a:pt x="212" y="77"/>
                    </a:lnTo>
                    <a:lnTo>
                      <a:pt x="248" y="77"/>
                    </a:lnTo>
                    <a:cubicBezTo>
                      <a:pt x="235" y="42"/>
                      <a:pt x="204" y="15"/>
                      <a:pt x="164" y="5"/>
                    </a:cubicBezTo>
                    <a:lnTo>
                      <a:pt x="164" y="5"/>
                    </a:lnTo>
                    <a:cubicBezTo>
                      <a:pt x="110" y="19"/>
                      <a:pt x="73" y="65"/>
                      <a:pt x="73" y="116"/>
                    </a:cubicBezTo>
                    <a:lnTo>
                      <a:pt x="0" y="116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260" name="Freeform 1116">
                <a:extLst>
                  <a:ext uri="{FF2B5EF4-FFF2-40B4-BE49-F238E27FC236}">
                    <a16:creationId xmlns:a16="http://schemas.microsoft.com/office/drawing/2014/main" id="{604706FC-9C82-799B-21F6-866CB5183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0" y="1988"/>
                <a:ext cx="118" cy="16"/>
              </a:xfrm>
              <a:custGeom>
                <a:avLst/>
                <a:gdLst>
                  <a:gd name="T0" fmla="*/ 0 w 36"/>
                  <a:gd name="T1" fmla="*/ 0 h 5"/>
                  <a:gd name="T2" fmla="*/ 36 w 36"/>
                  <a:gd name="T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6" h="5">
                    <a:moveTo>
                      <a:pt x="0" y="0"/>
                    </a:moveTo>
                    <a:cubicBezTo>
                      <a:pt x="12" y="0"/>
                      <a:pt x="25" y="2"/>
                      <a:pt x="36" y="5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3267" name="Rectangle 1123">
              <a:extLst>
                <a:ext uri="{FF2B5EF4-FFF2-40B4-BE49-F238E27FC236}">
                  <a16:creationId xmlns:a16="http://schemas.microsoft.com/office/drawing/2014/main" id="{8D1E7FE0-F75D-0956-25B0-1B287829E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2367"/>
              <a:ext cx="86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78" name="Rectangle 1134">
              <a:extLst>
                <a:ext uri="{FF2B5EF4-FFF2-40B4-BE49-F238E27FC236}">
                  <a16:creationId xmlns:a16="http://schemas.microsoft.com/office/drawing/2014/main" id="{877513B3-9D98-EDD9-2BB7-77AA0E0AD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221"/>
              <a:ext cx="236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279" name="Rectangle 1135">
              <a:extLst>
                <a:ext uri="{FF2B5EF4-FFF2-40B4-BE49-F238E27FC236}">
                  <a16:creationId xmlns:a16="http://schemas.microsoft.com/office/drawing/2014/main" id="{0B69ADFD-C52F-5A58-E4FD-A35215DFC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3" y="3238"/>
              <a:ext cx="17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781" kern="1200">
                  <a:solidFill>
                    <a:srgbClr val="000000"/>
                  </a:solidFill>
                  <a:latin typeface="Impact" panose="020B0806030902050204" pitchFamily="34" charset="0"/>
                  <a:ea typeface="+mn-ea"/>
                  <a:cs typeface="+mn-cs"/>
                </a:rPr>
                <a:t>$$$</a:t>
              </a:r>
              <a:endParaRPr lang="en-US" altLang="en-US"/>
            </a:p>
          </p:txBody>
        </p:sp>
        <p:sp>
          <p:nvSpPr>
            <p:cNvPr id="263281" name="Freeform 1137">
              <a:extLst>
                <a:ext uri="{FF2B5EF4-FFF2-40B4-BE49-F238E27FC236}">
                  <a16:creationId xmlns:a16="http://schemas.microsoft.com/office/drawing/2014/main" id="{3CBAC73D-A305-4A8A-7CC3-CBB0C85AB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2383"/>
              <a:ext cx="872" cy="690"/>
            </a:xfrm>
            <a:custGeom>
              <a:avLst/>
              <a:gdLst>
                <a:gd name="T0" fmla="*/ 0 w 267"/>
                <a:gd name="T1" fmla="*/ 197 h 211"/>
                <a:gd name="T2" fmla="*/ 35 w 267"/>
                <a:gd name="T3" fmla="*/ 206 h 211"/>
                <a:gd name="T4" fmla="*/ 62 w 267"/>
                <a:gd name="T5" fmla="*/ 211 h 211"/>
                <a:gd name="T6" fmla="*/ 101 w 267"/>
                <a:gd name="T7" fmla="*/ 208 h 211"/>
                <a:gd name="T8" fmla="*/ 122 w 267"/>
                <a:gd name="T9" fmla="*/ 203 h 211"/>
                <a:gd name="T10" fmla="*/ 140 w 267"/>
                <a:gd name="T11" fmla="*/ 196 h 211"/>
                <a:gd name="T12" fmla="*/ 159 w 267"/>
                <a:gd name="T13" fmla="*/ 189 h 211"/>
                <a:gd name="T14" fmla="*/ 180 w 267"/>
                <a:gd name="T15" fmla="*/ 182 h 211"/>
                <a:gd name="T16" fmla="*/ 204 w 267"/>
                <a:gd name="T17" fmla="*/ 176 h 211"/>
                <a:gd name="T18" fmla="*/ 232 w 267"/>
                <a:gd name="T19" fmla="*/ 171 h 211"/>
                <a:gd name="T20" fmla="*/ 267 w 267"/>
                <a:gd name="T21" fmla="*/ 169 h 211"/>
                <a:gd name="T22" fmla="*/ 267 w 267"/>
                <a:gd name="T23" fmla="*/ 0 h 211"/>
                <a:gd name="T24" fmla="*/ 0 w 267"/>
                <a:gd name="T25" fmla="*/ 0 h 211"/>
                <a:gd name="T26" fmla="*/ 0 w 267"/>
                <a:gd name="T27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1">
                  <a:moveTo>
                    <a:pt x="0" y="197"/>
                  </a:moveTo>
                  <a:cubicBezTo>
                    <a:pt x="12" y="201"/>
                    <a:pt x="23" y="203"/>
                    <a:pt x="35" y="206"/>
                  </a:cubicBezTo>
                  <a:cubicBezTo>
                    <a:pt x="44" y="208"/>
                    <a:pt x="54" y="209"/>
                    <a:pt x="62" y="211"/>
                  </a:cubicBezTo>
                  <a:cubicBezTo>
                    <a:pt x="88" y="211"/>
                    <a:pt x="94" y="209"/>
                    <a:pt x="101" y="208"/>
                  </a:cubicBezTo>
                  <a:cubicBezTo>
                    <a:pt x="108" y="207"/>
                    <a:pt x="115" y="205"/>
                    <a:pt x="122" y="203"/>
                  </a:cubicBezTo>
                  <a:cubicBezTo>
                    <a:pt x="128" y="201"/>
                    <a:pt x="133" y="199"/>
                    <a:pt x="140" y="196"/>
                  </a:cubicBezTo>
                  <a:cubicBezTo>
                    <a:pt x="146" y="194"/>
                    <a:pt x="152" y="192"/>
                    <a:pt x="159" y="189"/>
                  </a:cubicBezTo>
                  <a:cubicBezTo>
                    <a:pt x="166" y="187"/>
                    <a:pt x="172" y="184"/>
                    <a:pt x="180" y="182"/>
                  </a:cubicBezTo>
                  <a:cubicBezTo>
                    <a:pt x="187" y="181"/>
                    <a:pt x="195" y="177"/>
                    <a:pt x="204" y="176"/>
                  </a:cubicBezTo>
                  <a:cubicBezTo>
                    <a:pt x="213" y="174"/>
                    <a:pt x="221" y="172"/>
                    <a:pt x="232" y="171"/>
                  </a:cubicBezTo>
                  <a:cubicBezTo>
                    <a:pt x="242" y="171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chemeClr val="bg1"/>
            </a:solidFill>
            <a:ln w="4826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282" name="Freeform 1138">
              <a:extLst>
                <a:ext uri="{FF2B5EF4-FFF2-40B4-BE49-F238E27FC236}">
                  <a16:creationId xmlns:a16="http://schemas.microsoft.com/office/drawing/2014/main" id="{698D0024-B337-FD0E-FBC7-2C660F8BB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2519"/>
              <a:ext cx="873" cy="687"/>
            </a:xfrm>
            <a:custGeom>
              <a:avLst/>
              <a:gdLst>
                <a:gd name="T0" fmla="*/ 0 w 267"/>
                <a:gd name="T1" fmla="*/ 196 h 210"/>
                <a:gd name="T2" fmla="*/ 35 w 267"/>
                <a:gd name="T3" fmla="*/ 205 h 210"/>
                <a:gd name="T4" fmla="*/ 62 w 267"/>
                <a:gd name="T5" fmla="*/ 210 h 210"/>
                <a:gd name="T6" fmla="*/ 101 w 267"/>
                <a:gd name="T7" fmla="*/ 208 h 210"/>
                <a:gd name="T8" fmla="*/ 122 w 267"/>
                <a:gd name="T9" fmla="*/ 203 h 210"/>
                <a:gd name="T10" fmla="*/ 140 w 267"/>
                <a:gd name="T11" fmla="*/ 195 h 210"/>
                <a:gd name="T12" fmla="*/ 159 w 267"/>
                <a:gd name="T13" fmla="*/ 189 h 210"/>
                <a:gd name="T14" fmla="*/ 180 w 267"/>
                <a:gd name="T15" fmla="*/ 181 h 210"/>
                <a:gd name="T16" fmla="*/ 204 w 267"/>
                <a:gd name="T17" fmla="*/ 175 h 210"/>
                <a:gd name="T18" fmla="*/ 232 w 267"/>
                <a:gd name="T19" fmla="*/ 170 h 210"/>
                <a:gd name="T20" fmla="*/ 267 w 267"/>
                <a:gd name="T21" fmla="*/ 169 h 210"/>
                <a:gd name="T22" fmla="*/ 267 w 267"/>
                <a:gd name="T23" fmla="*/ 0 h 210"/>
                <a:gd name="T24" fmla="*/ 0 w 267"/>
                <a:gd name="T25" fmla="*/ 0 h 210"/>
                <a:gd name="T26" fmla="*/ 0 w 267"/>
                <a:gd name="T27" fmla="*/ 19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0">
                  <a:moveTo>
                    <a:pt x="0" y="196"/>
                  </a:moveTo>
                  <a:cubicBezTo>
                    <a:pt x="12" y="200"/>
                    <a:pt x="23" y="203"/>
                    <a:pt x="35" y="205"/>
                  </a:cubicBezTo>
                  <a:cubicBezTo>
                    <a:pt x="44" y="208"/>
                    <a:pt x="54" y="208"/>
                    <a:pt x="62" y="210"/>
                  </a:cubicBezTo>
                  <a:cubicBezTo>
                    <a:pt x="88" y="210"/>
                    <a:pt x="94" y="208"/>
                    <a:pt x="101" y="208"/>
                  </a:cubicBezTo>
                  <a:cubicBezTo>
                    <a:pt x="108" y="206"/>
                    <a:pt x="115" y="204"/>
                    <a:pt x="122" y="203"/>
                  </a:cubicBezTo>
                  <a:cubicBezTo>
                    <a:pt x="128" y="200"/>
                    <a:pt x="133" y="199"/>
                    <a:pt x="140" y="195"/>
                  </a:cubicBezTo>
                  <a:cubicBezTo>
                    <a:pt x="146" y="194"/>
                    <a:pt x="152" y="191"/>
                    <a:pt x="159" y="189"/>
                  </a:cubicBezTo>
                  <a:cubicBezTo>
                    <a:pt x="166" y="186"/>
                    <a:pt x="172" y="184"/>
                    <a:pt x="180" y="181"/>
                  </a:cubicBezTo>
                  <a:cubicBezTo>
                    <a:pt x="187" y="180"/>
                    <a:pt x="195" y="176"/>
                    <a:pt x="204" y="175"/>
                  </a:cubicBezTo>
                  <a:cubicBezTo>
                    <a:pt x="213" y="174"/>
                    <a:pt x="221" y="171"/>
                    <a:pt x="232" y="170"/>
                  </a:cubicBezTo>
                  <a:cubicBezTo>
                    <a:pt x="242" y="170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FFFF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283" name="Freeform 1139">
              <a:extLst>
                <a:ext uri="{FF2B5EF4-FFF2-40B4-BE49-F238E27FC236}">
                  <a16:creationId xmlns:a16="http://schemas.microsoft.com/office/drawing/2014/main" id="{5A74D7C2-EC77-969D-CE50-94643103D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666"/>
              <a:ext cx="873" cy="690"/>
            </a:xfrm>
            <a:custGeom>
              <a:avLst/>
              <a:gdLst>
                <a:gd name="T0" fmla="*/ 0 w 267"/>
                <a:gd name="T1" fmla="*/ 197 h 211"/>
                <a:gd name="T2" fmla="*/ 35 w 267"/>
                <a:gd name="T3" fmla="*/ 206 h 211"/>
                <a:gd name="T4" fmla="*/ 63 w 267"/>
                <a:gd name="T5" fmla="*/ 211 h 211"/>
                <a:gd name="T6" fmla="*/ 101 w 267"/>
                <a:gd name="T7" fmla="*/ 208 h 211"/>
                <a:gd name="T8" fmla="*/ 122 w 267"/>
                <a:gd name="T9" fmla="*/ 203 h 211"/>
                <a:gd name="T10" fmla="*/ 140 w 267"/>
                <a:gd name="T11" fmla="*/ 196 h 211"/>
                <a:gd name="T12" fmla="*/ 159 w 267"/>
                <a:gd name="T13" fmla="*/ 189 h 211"/>
                <a:gd name="T14" fmla="*/ 180 w 267"/>
                <a:gd name="T15" fmla="*/ 182 h 211"/>
                <a:gd name="T16" fmla="*/ 204 w 267"/>
                <a:gd name="T17" fmla="*/ 175 h 211"/>
                <a:gd name="T18" fmla="*/ 232 w 267"/>
                <a:gd name="T19" fmla="*/ 170 h 211"/>
                <a:gd name="T20" fmla="*/ 267 w 267"/>
                <a:gd name="T21" fmla="*/ 169 h 211"/>
                <a:gd name="T22" fmla="*/ 267 w 267"/>
                <a:gd name="T23" fmla="*/ 0 h 211"/>
                <a:gd name="T24" fmla="*/ 0 w 267"/>
                <a:gd name="T25" fmla="*/ 0 h 211"/>
                <a:gd name="T26" fmla="*/ 0 w 267"/>
                <a:gd name="T27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7" h="211">
                  <a:moveTo>
                    <a:pt x="0" y="197"/>
                  </a:moveTo>
                  <a:cubicBezTo>
                    <a:pt x="12" y="201"/>
                    <a:pt x="24" y="203"/>
                    <a:pt x="35" y="206"/>
                  </a:cubicBezTo>
                  <a:cubicBezTo>
                    <a:pt x="45" y="208"/>
                    <a:pt x="54" y="209"/>
                    <a:pt x="63" y="211"/>
                  </a:cubicBezTo>
                  <a:cubicBezTo>
                    <a:pt x="88" y="211"/>
                    <a:pt x="94" y="209"/>
                    <a:pt x="101" y="208"/>
                  </a:cubicBezTo>
                  <a:cubicBezTo>
                    <a:pt x="108" y="207"/>
                    <a:pt x="115" y="205"/>
                    <a:pt x="122" y="203"/>
                  </a:cubicBezTo>
                  <a:cubicBezTo>
                    <a:pt x="128" y="201"/>
                    <a:pt x="134" y="199"/>
                    <a:pt x="140" y="196"/>
                  </a:cubicBezTo>
                  <a:cubicBezTo>
                    <a:pt x="146" y="194"/>
                    <a:pt x="153" y="192"/>
                    <a:pt x="159" y="189"/>
                  </a:cubicBezTo>
                  <a:cubicBezTo>
                    <a:pt x="166" y="187"/>
                    <a:pt x="173" y="184"/>
                    <a:pt x="180" y="182"/>
                  </a:cubicBezTo>
                  <a:cubicBezTo>
                    <a:pt x="188" y="180"/>
                    <a:pt x="195" y="177"/>
                    <a:pt x="204" y="175"/>
                  </a:cubicBezTo>
                  <a:cubicBezTo>
                    <a:pt x="213" y="174"/>
                    <a:pt x="222" y="172"/>
                    <a:pt x="232" y="170"/>
                  </a:cubicBezTo>
                  <a:cubicBezTo>
                    <a:pt x="243" y="170"/>
                    <a:pt x="254" y="169"/>
                    <a:pt x="267" y="169"/>
                  </a:cubicBezTo>
                  <a:lnTo>
                    <a:pt x="267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FFFFFF"/>
            </a:solidFill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284" name="Rectangle 1140">
              <a:extLst>
                <a:ext uri="{FF2B5EF4-FFF2-40B4-BE49-F238E27FC236}">
                  <a16:creationId xmlns:a16="http://schemas.microsoft.com/office/drawing/2014/main" id="{14E3D47C-DA1F-3E8A-60C3-BF9FABAE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2415"/>
              <a:ext cx="765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Performance Measurement</a:t>
              </a:r>
              <a:endParaRPr lang="en-US" altLang="en-US" sz="800"/>
            </a:p>
          </p:txBody>
        </p:sp>
        <p:sp>
          <p:nvSpPr>
            <p:cNvPr id="263285" name="Rectangle 1141">
              <a:extLst>
                <a:ext uri="{FF2B5EF4-FFF2-40B4-BE49-F238E27FC236}">
                  <a16:creationId xmlns:a16="http://schemas.microsoft.com/office/drawing/2014/main" id="{E1AD533E-19DA-4A78-B467-189BA55B5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2553"/>
              <a:ext cx="725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Early Warning &amp; Detection</a:t>
              </a:r>
              <a:endParaRPr lang="en-US" altLang="en-US" sz="800"/>
            </a:p>
          </p:txBody>
        </p:sp>
        <p:sp>
          <p:nvSpPr>
            <p:cNvPr id="263286" name="Rectangle 1142">
              <a:extLst>
                <a:ext uri="{FF2B5EF4-FFF2-40B4-BE49-F238E27FC236}">
                  <a16:creationId xmlns:a16="http://schemas.microsoft.com/office/drawing/2014/main" id="{B9412BC5-2B23-A76F-B07C-B686EDBA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2700"/>
              <a:ext cx="9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Informed Management Decisions</a:t>
              </a:r>
            </a:p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Corrective Actions</a:t>
              </a:r>
            </a:p>
            <a:p>
              <a:pPr defTabSz="1252728">
                <a:spcAft>
                  <a:spcPts val="600"/>
                </a:spcAft>
              </a:pPr>
              <a:r>
                <a:rPr lang="en-US" altLang="en-US" sz="1096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Recovering Planning</a:t>
              </a:r>
              <a:endParaRPr lang="en-US" altLang="en-US" sz="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600" kern="1200" cap="all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600" kern="1200" cap="all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Portfolio Management?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2500E94-75F3-2352-DF8C-5F861D1C48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98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Eight key processes are involved in choosing the right Portfolio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227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8728-CD0B-8A7F-A6F9-3F16144B1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Topic-2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A9402-012C-FF66-5783-2FF9A93B9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Quality Planning, Quality Assurance and Quality Control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Quality Control Tools</a:t>
            </a:r>
          </a:p>
          <a:p>
            <a:pPr algn="l"/>
            <a:endParaRPr lang="en-US" b="1" i="1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53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345565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Definitions</a:t>
            </a:r>
            <a:r>
              <a:rPr lang="en-US" sz="5400" kern="1200" spc="-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5400" kern="1200" spc="-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marR="1553210" indent="-228600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45"/>
              <a:t> </a:t>
            </a:r>
            <a:r>
              <a:rPr lang="en-US" sz="2200"/>
              <a:t>is</a:t>
            </a:r>
            <a:r>
              <a:rPr lang="en-US" sz="2200" spc="-40"/>
              <a:t> </a:t>
            </a:r>
            <a:r>
              <a:rPr lang="en-US" sz="2200"/>
              <a:t>meeting</a:t>
            </a:r>
            <a:r>
              <a:rPr lang="en-US" sz="2200" spc="-45"/>
              <a:t> </a:t>
            </a:r>
            <a:r>
              <a:rPr lang="en-US" sz="2200"/>
              <a:t>or</a:t>
            </a:r>
            <a:r>
              <a:rPr lang="en-US" sz="2200" spc="-35"/>
              <a:t> </a:t>
            </a:r>
            <a:r>
              <a:rPr lang="en-US" sz="2200"/>
              <a:t>exceeding</a:t>
            </a:r>
            <a:r>
              <a:rPr lang="en-US" sz="2200" spc="-55"/>
              <a:t> </a:t>
            </a:r>
            <a:r>
              <a:rPr lang="en-US" sz="2200" spc="-10"/>
              <a:t>customer’s expectations</a:t>
            </a:r>
            <a:endParaRPr lang="en-US" sz="2200"/>
          </a:p>
          <a:p>
            <a:pPr marL="355600" marR="5080" indent="-228600">
              <a:lnSpc>
                <a:spcPct val="90000"/>
              </a:lnSpc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40"/>
              <a:t> </a:t>
            </a:r>
            <a:r>
              <a:rPr lang="en-US" sz="2200"/>
              <a:t>is</a:t>
            </a:r>
            <a:r>
              <a:rPr lang="en-US" sz="2200" spc="-35"/>
              <a:t> </a:t>
            </a:r>
            <a:r>
              <a:rPr lang="en-US" sz="2200"/>
              <a:t>the</a:t>
            </a:r>
            <a:r>
              <a:rPr lang="en-US" sz="2200" spc="-40"/>
              <a:t> </a:t>
            </a:r>
            <a:r>
              <a:rPr lang="en-US" sz="2200"/>
              <a:t>totality</a:t>
            </a:r>
            <a:r>
              <a:rPr lang="en-US" sz="2200" spc="-30"/>
              <a:t> </a:t>
            </a:r>
            <a:r>
              <a:rPr lang="en-US" sz="2200"/>
              <a:t>of</a:t>
            </a:r>
            <a:r>
              <a:rPr lang="en-US" sz="2200" spc="-35"/>
              <a:t> </a:t>
            </a:r>
            <a:r>
              <a:rPr lang="en-US" sz="2200" spc="-10"/>
              <a:t>features</a:t>
            </a:r>
            <a:r>
              <a:rPr lang="en-US" sz="2200" spc="-55"/>
              <a:t> </a:t>
            </a:r>
            <a:r>
              <a:rPr lang="en-US" sz="2200"/>
              <a:t>and</a:t>
            </a:r>
            <a:r>
              <a:rPr lang="en-US" sz="2200" spc="-45"/>
              <a:t> </a:t>
            </a:r>
            <a:r>
              <a:rPr lang="en-US" sz="2200" spc="-10"/>
              <a:t>characteristics</a:t>
            </a:r>
            <a:r>
              <a:rPr lang="en-US" sz="2200" spc="-70"/>
              <a:t> </a:t>
            </a:r>
            <a:r>
              <a:rPr lang="en-US" sz="2200" spc="-25"/>
              <a:t>of </a:t>
            </a:r>
            <a:r>
              <a:rPr lang="en-US" sz="2200"/>
              <a:t>a</a:t>
            </a:r>
            <a:r>
              <a:rPr lang="en-US" sz="2200" spc="-35"/>
              <a:t> </a:t>
            </a:r>
            <a:r>
              <a:rPr lang="en-US" sz="2200"/>
              <a:t>product</a:t>
            </a:r>
            <a:r>
              <a:rPr lang="en-US" sz="2200" spc="-35"/>
              <a:t> </a:t>
            </a:r>
            <a:r>
              <a:rPr lang="en-US" sz="2200"/>
              <a:t>or</a:t>
            </a:r>
            <a:r>
              <a:rPr lang="en-US" sz="2200" spc="-45"/>
              <a:t> </a:t>
            </a:r>
            <a:r>
              <a:rPr lang="en-US" sz="2200"/>
              <a:t>service</a:t>
            </a:r>
            <a:r>
              <a:rPr lang="en-US" sz="2200" spc="-30"/>
              <a:t> </a:t>
            </a:r>
            <a:r>
              <a:rPr lang="en-US" sz="2200"/>
              <a:t>that</a:t>
            </a:r>
            <a:r>
              <a:rPr lang="en-US" sz="2200" spc="-40"/>
              <a:t> </a:t>
            </a:r>
            <a:r>
              <a:rPr lang="en-US" sz="2200"/>
              <a:t>bears</a:t>
            </a:r>
            <a:r>
              <a:rPr lang="en-US" sz="2200" spc="-55"/>
              <a:t> </a:t>
            </a:r>
            <a:r>
              <a:rPr lang="en-US" sz="2200"/>
              <a:t>on</a:t>
            </a:r>
            <a:r>
              <a:rPr lang="en-US" sz="2200" spc="-35"/>
              <a:t> </a:t>
            </a:r>
            <a:r>
              <a:rPr lang="en-US" sz="2200"/>
              <a:t>its</a:t>
            </a:r>
            <a:r>
              <a:rPr lang="en-US" sz="2200" spc="-45"/>
              <a:t> </a:t>
            </a:r>
            <a:r>
              <a:rPr lang="en-US" sz="2200"/>
              <a:t>ability</a:t>
            </a:r>
            <a:r>
              <a:rPr lang="en-US" sz="2200" spc="-30"/>
              <a:t> </a:t>
            </a:r>
            <a:r>
              <a:rPr lang="en-US" sz="2200"/>
              <a:t>to</a:t>
            </a:r>
            <a:r>
              <a:rPr lang="en-US" sz="2200" spc="-30"/>
              <a:t> </a:t>
            </a:r>
            <a:r>
              <a:rPr lang="en-US" sz="2200" spc="-10"/>
              <a:t>satisfy stated</a:t>
            </a:r>
            <a:r>
              <a:rPr lang="en-US" sz="2200" spc="-80"/>
              <a:t> </a:t>
            </a:r>
            <a:r>
              <a:rPr lang="en-US" sz="2200"/>
              <a:t>or</a:t>
            </a:r>
            <a:r>
              <a:rPr lang="en-US" sz="2200" spc="-45"/>
              <a:t> </a:t>
            </a:r>
            <a:r>
              <a:rPr lang="en-US" sz="2200"/>
              <a:t>implied</a:t>
            </a:r>
            <a:r>
              <a:rPr lang="en-US" sz="2200" spc="-50"/>
              <a:t> </a:t>
            </a:r>
            <a:r>
              <a:rPr lang="en-US" sz="2200" spc="-10"/>
              <a:t>needs.</a:t>
            </a:r>
            <a:endParaRPr lang="en-US" sz="2200"/>
          </a:p>
          <a:p>
            <a:pPr marL="355600" marR="520065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25"/>
              <a:t> </a:t>
            </a:r>
            <a:r>
              <a:rPr lang="en-US" sz="2200"/>
              <a:t>is</a:t>
            </a:r>
            <a:r>
              <a:rPr lang="en-US" sz="2200" spc="-15"/>
              <a:t> </a:t>
            </a:r>
            <a:r>
              <a:rPr lang="en-US" sz="2200"/>
              <a:t>sum</a:t>
            </a:r>
            <a:r>
              <a:rPr lang="en-US" sz="2200" spc="-25"/>
              <a:t> </a:t>
            </a:r>
            <a:r>
              <a:rPr lang="en-US" sz="2200"/>
              <a:t>of</a:t>
            </a:r>
            <a:r>
              <a:rPr lang="en-US" sz="2200" spc="-10"/>
              <a:t> </a:t>
            </a:r>
            <a:r>
              <a:rPr lang="en-US" sz="2200"/>
              <a:t>the</a:t>
            </a:r>
            <a:r>
              <a:rPr lang="en-US" sz="2200" spc="-40"/>
              <a:t> </a:t>
            </a:r>
            <a:r>
              <a:rPr lang="en-US" sz="2200" spc="-10"/>
              <a:t>attributes</a:t>
            </a:r>
            <a:r>
              <a:rPr lang="en-US" sz="2200" spc="-55"/>
              <a:t> </a:t>
            </a:r>
            <a:r>
              <a:rPr lang="en-US" sz="2200"/>
              <a:t>that</a:t>
            </a:r>
            <a:r>
              <a:rPr lang="en-US" sz="2200" spc="-35"/>
              <a:t> </a:t>
            </a:r>
            <a:r>
              <a:rPr lang="en-US" sz="2200"/>
              <a:t>can</a:t>
            </a:r>
            <a:r>
              <a:rPr lang="en-US" sz="2200" spc="-30"/>
              <a:t> </a:t>
            </a:r>
            <a:r>
              <a:rPr lang="en-US" sz="2200"/>
              <a:t>describe</a:t>
            </a:r>
            <a:r>
              <a:rPr lang="en-US" sz="2200" spc="-40"/>
              <a:t> </a:t>
            </a:r>
            <a:r>
              <a:rPr lang="en-US" sz="2200" spc="-50"/>
              <a:t>a </a:t>
            </a:r>
            <a:r>
              <a:rPr lang="en-US" sz="2200"/>
              <a:t>project</a:t>
            </a:r>
            <a:r>
              <a:rPr lang="en-US" sz="2200" spc="-45"/>
              <a:t> </a:t>
            </a:r>
            <a:r>
              <a:rPr lang="en-US" sz="2200"/>
              <a:t>or</a:t>
            </a:r>
            <a:r>
              <a:rPr lang="en-US" sz="2200" spc="-30"/>
              <a:t> </a:t>
            </a:r>
            <a:r>
              <a:rPr lang="en-US" sz="2200" spc="-10"/>
              <a:t>product.</a:t>
            </a:r>
            <a:endParaRPr lang="en-US" sz="2200"/>
          </a:p>
          <a:p>
            <a:pPr marL="355600" marR="1489710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60"/>
              <a:t> </a:t>
            </a:r>
            <a:r>
              <a:rPr lang="en-US" sz="2200" spc="-20"/>
              <a:t>refers</a:t>
            </a:r>
            <a:r>
              <a:rPr lang="en-US" sz="2200" spc="-60"/>
              <a:t> </a:t>
            </a:r>
            <a:r>
              <a:rPr lang="en-US" sz="2200"/>
              <a:t>to</a:t>
            </a:r>
            <a:r>
              <a:rPr lang="en-US" sz="2200" spc="-50"/>
              <a:t> </a:t>
            </a:r>
            <a:r>
              <a:rPr lang="en-US" sz="2200"/>
              <a:t>meeting</a:t>
            </a:r>
            <a:r>
              <a:rPr lang="en-US" sz="2200" spc="-60"/>
              <a:t> </a:t>
            </a:r>
            <a:r>
              <a:rPr lang="en-US" sz="2200"/>
              <a:t>specifications</a:t>
            </a:r>
            <a:r>
              <a:rPr lang="en-US" sz="2200" spc="-75"/>
              <a:t> </a:t>
            </a:r>
            <a:r>
              <a:rPr lang="en-US" sz="2200" spc="-25"/>
              <a:t>and </a:t>
            </a:r>
            <a:r>
              <a:rPr lang="en-US" sz="2200"/>
              <a:t>performance</a:t>
            </a:r>
            <a:r>
              <a:rPr lang="en-US" sz="2200" spc="-110"/>
              <a:t> </a:t>
            </a:r>
            <a:r>
              <a:rPr lang="en-US" sz="2200" spc="-10"/>
              <a:t>standards.</a:t>
            </a:r>
          </a:p>
          <a:p>
            <a:pPr marL="355600" marR="1489710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Managing</a:t>
            </a:r>
            <a:r>
              <a:rPr lang="en-US" sz="2200" spc="-45"/>
              <a:t> </a:t>
            </a:r>
            <a:r>
              <a:rPr lang="en-US" sz="2200"/>
              <a:t>the</a:t>
            </a:r>
            <a:r>
              <a:rPr lang="en-US" sz="2200" spc="-45"/>
              <a:t> </a:t>
            </a:r>
            <a:r>
              <a:rPr lang="en-US" sz="2200"/>
              <a:t>quality</a:t>
            </a:r>
            <a:r>
              <a:rPr lang="en-US" sz="2200" spc="-45"/>
              <a:t> </a:t>
            </a:r>
            <a:r>
              <a:rPr lang="en-US" sz="2200"/>
              <a:t>of</a:t>
            </a:r>
            <a:r>
              <a:rPr lang="en-US" sz="2200" spc="-50"/>
              <a:t> </a:t>
            </a:r>
            <a:r>
              <a:rPr lang="en-US" sz="2200" spc="-25"/>
              <a:t>the </a:t>
            </a:r>
            <a:r>
              <a:rPr lang="en-US" sz="2200"/>
              <a:t>software</a:t>
            </a:r>
            <a:r>
              <a:rPr lang="en-US" sz="2200" spc="-150"/>
              <a:t> </a:t>
            </a:r>
            <a:r>
              <a:rPr lang="en-US" sz="2200"/>
              <a:t>process</a:t>
            </a:r>
            <a:r>
              <a:rPr lang="en-US" sz="2200" spc="-140"/>
              <a:t> </a:t>
            </a:r>
            <a:r>
              <a:rPr lang="en-US" sz="2200"/>
              <a:t>and</a:t>
            </a:r>
            <a:r>
              <a:rPr lang="en-US" sz="2200" spc="-150"/>
              <a:t> </a:t>
            </a:r>
            <a:r>
              <a:rPr lang="en-US" sz="2200" spc="-10"/>
              <a:t>products is important.</a:t>
            </a:r>
          </a:p>
          <a:p>
            <a:pPr marL="355600" marR="1489710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1428" y="496646"/>
            <a:ext cx="6089650" cy="6350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How</a:t>
            </a:r>
            <a:r>
              <a:rPr sz="4000" spc="-120" dirty="0"/>
              <a:t> </a:t>
            </a:r>
            <a:r>
              <a:rPr sz="4000" dirty="0"/>
              <a:t>Do</a:t>
            </a:r>
            <a:r>
              <a:rPr sz="4000" spc="-125" dirty="0"/>
              <a:t> </a:t>
            </a:r>
            <a:r>
              <a:rPr sz="4000" dirty="0"/>
              <a:t>We</a:t>
            </a:r>
            <a:r>
              <a:rPr sz="4000" spc="-120" dirty="0"/>
              <a:t> </a:t>
            </a:r>
            <a:r>
              <a:rPr sz="4000" dirty="0"/>
              <a:t>Manage</a:t>
            </a:r>
            <a:r>
              <a:rPr sz="4000" spc="-130" dirty="0"/>
              <a:t> </a:t>
            </a:r>
            <a:r>
              <a:rPr sz="4000" spc="-10" dirty="0"/>
              <a:t>Quality?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83741" y="1430861"/>
            <a:ext cx="4612005" cy="19761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spcBef>
                <a:spcPts val="35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Plan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Quality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Perform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Assurance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Perform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9613" y="4681538"/>
            <a:ext cx="746125" cy="809625"/>
            <a:chOff x="2995612" y="4681537"/>
            <a:chExt cx="746125" cy="809625"/>
          </a:xfrm>
        </p:grpSpPr>
        <p:sp>
          <p:nvSpPr>
            <p:cNvPr id="5" name="object 5"/>
            <p:cNvSpPr/>
            <p:nvPr/>
          </p:nvSpPr>
          <p:spPr>
            <a:xfrm>
              <a:off x="3000375" y="4686300"/>
              <a:ext cx="736600" cy="800100"/>
            </a:xfrm>
            <a:custGeom>
              <a:avLst/>
              <a:gdLst/>
              <a:ahLst/>
              <a:cxnLst/>
              <a:rect l="l" t="t" r="r" b="b"/>
              <a:pathLst>
                <a:path w="736600" h="800100">
                  <a:moveTo>
                    <a:pt x="552450" y="0"/>
                  </a:moveTo>
                  <a:lnTo>
                    <a:pt x="552450" y="200025"/>
                  </a:lnTo>
                  <a:lnTo>
                    <a:pt x="0" y="200025"/>
                  </a:lnTo>
                  <a:lnTo>
                    <a:pt x="0" y="600075"/>
                  </a:lnTo>
                  <a:lnTo>
                    <a:pt x="552450" y="600075"/>
                  </a:lnTo>
                  <a:lnTo>
                    <a:pt x="552450" y="800100"/>
                  </a:lnTo>
                  <a:lnTo>
                    <a:pt x="736600" y="400050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0375" y="4686300"/>
              <a:ext cx="736600" cy="800100"/>
            </a:xfrm>
            <a:custGeom>
              <a:avLst/>
              <a:gdLst/>
              <a:ahLst/>
              <a:cxnLst/>
              <a:rect l="l" t="t" r="r" b="b"/>
              <a:pathLst>
                <a:path w="736600" h="800100">
                  <a:moveTo>
                    <a:pt x="0" y="200025"/>
                  </a:moveTo>
                  <a:lnTo>
                    <a:pt x="552450" y="200025"/>
                  </a:lnTo>
                  <a:lnTo>
                    <a:pt x="552450" y="0"/>
                  </a:lnTo>
                  <a:lnTo>
                    <a:pt x="736600" y="400050"/>
                  </a:lnTo>
                  <a:lnTo>
                    <a:pt x="552450" y="800100"/>
                  </a:lnTo>
                  <a:lnTo>
                    <a:pt x="552450" y="600075"/>
                  </a:lnTo>
                  <a:lnTo>
                    <a:pt x="0" y="600075"/>
                  </a:lnTo>
                  <a:lnTo>
                    <a:pt x="0" y="200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791389" y="4681538"/>
            <a:ext cx="746125" cy="809625"/>
            <a:chOff x="5267388" y="4681537"/>
            <a:chExt cx="746125" cy="809625"/>
          </a:xfrm>
        </p:grpSpPr>
        <p:sp>
          <p:nvSpPr>
            <p:cNvPr id="8" name="object 8"/>
            <p:cNvSpPr/>
            <p:nvPr/>
          </p:nvSpPr>
          <p:spPr>
            <a:xfrm>
              <a:off x="5272151" y="4686300"/>
              <a:ext cx="736600" cy="800100"/>
            </a:xfrm>
            <a:custGeom>
              <a:avLst/>
              <a:gdLst/>
              <a:ahLst/>
              <a:cxnLst/>
              <a:rect l="l" t="t" r="r" b="b"/>
              <a:pathLst>
                <a:path w="736600" h="800100">
                  <a:moveTo>
                    <a:pt x="552450" y="0"/>
                  </a:moveTo>
                  <a:lnTo>
                    <a:pt x="552450" y="200025"/>
                  </a:lnTo>
                  <a:lnTo>
                    <a:pt x="0" y="200025"/>
                  </a:lnTo>
                  <a:lnTo>
                    <a:pt x="0" y="600075"/>
                  </a:lnTo>
                  <a:lnTo>
                    <a:pt x="552450" y="600075"/>
                  </a:lnTo>
                  <a:lnTo>
                    <a:pt x="552450" y="800100"/>
                  </a:lnTo>
                  <a:lnTo>
                    <a:pt x="736600" y="400050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72151" y="4686300"/>
              <a:ext cx="736600" cy="800100"/>
            </a:xfrm>
            <a:custGeom>
              <a:avLst/>
              <a:gdLst/>
              <a:ahLst/>
              <a:cxnLst/>
              <a:rect l="l" t="t" r="r" b="b"/>
              <a:pathLst>
                <a:path w="736600" h="800100">
                  <a:moveTo>
                    <a:pt x="0" y="200025"/>
                  </a:moveTo>
                  <a:lnTo>
                    <a:pt x="552450" y="200025"/>
                  </a:lnTo>
                  <a:lnTo>
                    <a:pt x="552450" y="0"/>
                  </a:lnTo>
                  <a:lnTo>
                    <a:pt x="736600" y="400050"/>
                  </a:lnTo>
                  <a:lnTo>
                    <a:pt x="552450" y="800100"/>
                  </a:lnTo>
                  <a:lnTo>
                    <a:pt x="552450" y="600075"/>
                  </a:lnTo>
                  <a:lnTo>
                    <a:pt x="0" y="600075"/>
                  </a:lnTo>
                  <a:lnTo>
                    <a:pt x="0" y="2000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19776" y="4343400"/>
            <a:ext cx="1363980" cy="1093248"/>
          </a:xfrm>
          <a:prstGeom prst="rect">
            <a:avLst/>
          </a:prstGeom>
          <a:solidFill>
            <a:srgbClr val="4F81BC"/>
          </a:solidFill>
          <a:ln w="9525">
            <a:solidFill>
              <a:srgbClr val="000000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29845" marR="378460">
              <a:spcBef>
                <a:spcPts val="2045"/>
              </a:spcBef>
            </a:pPr>
            <a:r>
              <a:rPr spc="-10" dirty="0">
                <a:latin typeface="Calibri"/>
                <a:cs typeface="Calibri"/>
              </a:rPr>
              <a:t>Perform Quality Assurance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1552" y="4482576"/>
            <a:ext cx="1781048" cy="1093248"/>
          </a:xfrm>
          <a:prstGeom prst="rect">
            <a:avLst/>
          </a:prstGeom>
          <a:solidFill>
            <a:srgbClr val="4F81BC"/>
          </a:solidFill>
          <a:ln w="9525">
            <a:solidFill>
              <a:srgbClr val="000000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99695" marR="621665" indent="-121920">
              <a:spcBef>
                <a:spcPts val="2045"/>
              </a:spcBef>
            </a:pPr>
            <a:r>
              <a:rPr spc="-25" dirty="0">
                <a:latin typeface="Calibri"/>
                <a:cs typeface="Calibri"/>
              </a:rPr>
              <a:t>Perfo</a:t>
            </a:r>
            <a:r>
              <a:rPr lang="en-US" spc="-25" dirty="0">
                <a:latin typeface="Calibri"/>
                <a:cs typeface="Calibri"/>
              </a:rPr>
              <a:t>rm Q</a:t>
            </a:r>
            <a:r>
              <a:rPr spc="-10" dirty="0">
                <a:latin typeface="Calibri"/>
                <a:cs typeface="Calibri"/>
              </a:rPr>
              <a:t>uality </a:t>
            </a:r>
            <a:r>
              <a:rPr lang="en-US" spc="-10" dirty="0">
                <a:latin typeface="Calibri"/>
                <a:cs typeface="Calibri"/>
              </a:rPr>
              <a:t>C</a:t>
            </a:r>
            <a:r>
              <a:rPr spc="-10" dirty="0">
                <a:latin typeface="Calibri"/>
                <a:cs typeface="Calibri"/>
              </a:rPr>
              <a:t>ontrol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8000" y="4343401"/>
            <a:ext cx="1363980" cy="904735"/>
          </a:xfrm>
          <a:prstGeom prst="rect">
            <a:avLst/>
          </a:prstGeom>
          <a:solidFill>
            <a:srgbClr val="4F81BC"/>
          </a:solidFill>
          <a:ln w="9525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>
              <a:spcBef>
                <a:spcPts val="575"/>
              </a:spcBef>
            </a:pPr>
            <a:endParaRPr>
              <a:latin typeface="Times New Roman"/>
              <a:cs typeface="Times New Roman"/>
            </a:endParaRPr>
          </a:p>
          <a:p>
            <a:pPr marL="91440"/>
            <a:r>
              <a:rPr spc="-20" dirty="0">
                <a:latin typeface="Calibri"/>
                <a:cs typeface="Calibri"/>
              </a:rPr>
              <a:t>Plan</a:t>
            </a:r>
            <a:endParaRPr>
              <a:latin typeface="Calibri"/>
              <a:cs typeface="Calibri"/>
            </a:endParaRPr>
          </a:p>
          <a:p>
            <a:pPr marL="91440">
              <a:spcBef>
                <a:spcPts val="5"/>
              </a:spcBef>
            </a:pPr>
            <a:r>
              <a:rPr spc="-10" dirty="0">
                <a:latin typeface="Calibri"/>
                <a:cs typeface="Calibri"/>
              </a:rPr>
              <a:t>Quality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400" kern="1200" spc="-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management</a:t>
            </a:r>
            <a:r>
              <a:rPr lang="en-US" sz="5400" kern="1200" spc="-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 b="1"/>
              <a:t>Quality</a:t>
            </a:r>
            <a:r>
              <a:rPr lang="en-US" sz="2200" b="1" spc="-15"/>
              <a:t> </a:t>
            </a:r>
            <a:r>
              <a:rPr lang="en-US" sz="2200" b="1" spc="-10"/>
              <a:t>assurance</a:t>
            </a:r>
            <a:endParaRPr lang="en-US" sz="2200" b="1"/>
          </a:p>
          <a:p>
            <a:pPr marL="755015" marR="74930" lvl="1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200"/>
              <a:t>Establish</a:t>
            </a:r>
            <a:r>
              <a:rPr lang="en-US" sz="2200" spc="-100"/>
              <a:t> </a:t>
            </a:r>
            <a:r>
              <a:rPr lang="en-US" sz="2200" spc="-10"/>
              <a:t>organisational</a:t>
            </a:r>
            <a:r>
              <a:rPr lang="en-US" sz="2200" spc="-80"/>
              <a:t> </a:t>
            </a:r>
            <a:r>
              <a:rPr lang="en-US" sz="2200"/>
              <a:t>procedures</a:t>
            </a:r>
            <a:r>
              <a:rPr lang="en-US" sz="2200" spc="-114"/>
              <a:t> </a:t>
            </a:r>
            <a:r>
              <a:rPr lang="en-US" sz="2200"/>
              <a:t>and</a:t>
            </a:r>
            <a:r>
              <a:rPr lang="en-US" sz="2200" spc="-90"/>
              <a:t> </a:t>
            </a:r>
            <a:r>
              <a:rPr lang="en-US" sz="2200"/>
              <a:t>standards</a:t>
            </a:r>
            <a:r>
              <a:rPr lang="en-US" sz="2200" spc="-100"/>
              <a:t> </a:t>
            </a:r>
            <a:r>
              <a:rPr lang="en-US" sz="2200" spc="-25"/>
              <a:t>for 	</a:t>
            </a:r>
            <a:r>
              <a:rPr lang="en-US" sz="2200" spc="-10"/>
              <a:t>quality</a:t>
            </a:r>
            <a:endParaRPr lang="en-US" sz="2200"/>
          </a:p>
          <a:p>
            <a:pPr marL="3556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 b="1"/>
              <a:t>Quality</a:t>
            </a:r>
            <a:r>
              <a:rPr lang="en-US" sz="2200" b="1" spc="-15"/>
              <a:t> </a:t>
            </a:r>
            <a:r>
              <a:rPr lang="en-US" sz="2200" b="1" spc="-10"/>
              <a:t>planning</a:t>
            </a:r>
            <a:endParaRPr lang="en-US" sz="2200" b="1"/>
          </a:p>
          <a:p>
            <a:pPr marL="756285" marR="747395" lvl="1" indent="-228600">
              <a:lnSpc>
                <a:spcPct val="90000"/>
              </a:lnSpc>
              <a:spcBef>
                <a:spcPts val="61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200"/>
              <a:t>Select</a:t>
            </a:r>
            <a:r>
              <a:rPr lang="en-US" sz="2200" spc="-65"/>
              <a:t> </a:t>
            </a:r>
            <a:r>
              <a:rPr lang="en-US" sz="2200"/>
              <a:t>applicable</a:t>
            </a:r>
            <a:r>
              <a:rPr lang="en-US" sz="2200" spc="-75"/>
              <a:t> </a:t>
            </a:r>
            <a:r>
              <a:rPr lang="en-US" sz="2200"/>
              <a:t>procedures</a:t>
            </a:r>
            <a:r>
              <a:rPr lang="en-US" sz="2200" spc="-90"/>
              <a:t> </a:t>
            </a:r>
            <a:r>
              <a:rPr lang="en-US" sz="2200"/>
              <a:t>and</a:t>
            </a:r>
            <a:r>
              <a:rPr lang="en-US" sz="2200" spc="-65"/>
              <a:t> </a:t>
            </a:r>
            <a:r>
              <a:rPr lang="en-US" sz="2200"/>
              <a:t>standards</a:t>
            </a:r>
            <a:r>
              <a:rPr lang="en-US" sz="2200" spc="-75"/>
              <a:t> </a:t>
            </a:r>
            <a:r>
              <a:rPr lang="en-US" sz="2200"/>
              <a:t>for</a:t>
            </a:r>
            <a:r>
              <a:rPr lang="en-US" sz="2200" spc="-50"/>
              <a:t> a </a:t>
            </a:r>
            <a:r>
              <a:rPr lang="en-US" sz="2200"/>
              <a:t>particular</a:t>
            </a:r>
            <a:r>
              <a:rPr lang="en-US" sz="2200" spc="-50"/>
              <a:t> </a:t>
            </a:r>
            <a:r>
              <a:rPr lang="en-US" sz="2200"/>
              <a:t>project</a:t>
            </a:r>
            <a:r>
              <a:rPr lang="en-US" sz="2200" spc="-45"/>
              <a:t> </a:t>
            </a:r>
            <a:r>
              <a:rPr lang="en-US" sz="2200"/>
              <a:t>and</a:t>
            </a:r>
            <a:r>
              <a:rPr lang="en-US" sz="2200" spc="-45"/>
              <a:t> </a:t>
            </a:r>
            <a:r>
              <a:rPr lang="en-US" sz="2200"/>
              <a:t>modify</a:t>
            </a:r>
            <a:r>
              <a:rPr lang="en-US" sz="2200" spc="-50"/>
              <a:t> </a:t>
            </a:r>
            <a:r>
              <a:rPr lang="en-US" sz="2200"/>
              <a:t>these</a:t>
            </a:r>
            <a:r>
              <a:rPr lang="en-US" sz="2200" spc="-50"/>
              <a:t> </a:t>
            </a:r>
            <a:r>
              <a:rPr lang="en-US" sz="2200"/>
              <a:t>as</a:t>
            </a:r>
            <a:r>
              <a:rPr lang="en-US" sz="2200" spc="-45"/>
              <a:t> </a:t>
            </a:r>
            <a:r>
              <a:rPr lang="en-US" sz="2200" spc="-10"/>
              <a:t>required</a:t>
            </a:r>
            <a:endParaRPr lang="en-US" sz="2200"/>
          </a:p>
          <a:p>
            <a:pPr marL="355600" indent="-22860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 b="1"/>
              <a:t>Quality</a:t>
            </a:r>
            <a:r>
              <a:rPr lang="en-US" sz="2200" b="1" spc="-15"/>
              <a:t> </a:t>
            </a:r>
            <a:r>
              <a:rPr lang="en-US" sz="2200" b="1" spc="-10"/>
              <a:t>control</a:t>
            </a:r>
            <a:endParaRPr lang="en-US" sz="2200" b="1"/>
          </a:p>
          <a:p>
            <a:pPr marL="756285" marR="5080" lvl="1" indent="-22860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200"/>
              <a:t>Ensure</a:t>
            </a:r>
            <a:r>
              <a:rPr lang="en-US" sz="2200" spc="-85"/>
              <a:t> </a:t>
            </a:r>
            <a:r>
              <a:rPr lang="en-US" sz="2200"/>
              <a:t>that</a:t>
            </a:r>
            <a:r>
              <a:rPr lang="en-US" sz="2200" spc="-60"/>
              <a:t> </a:t>
            </a:r>
            <a:r>
              <a:rPr lang="en-US" sz="2200"/>
              <a:t>procedures</a:t>
            </a:r>
            <a:r>
              <a:rPr lang="en-US" sz="2200" spc="-105"/>
              <a:t> </a:t>
            </a:r>
            <a:r>
              <a:rPr lang="en-US" sz="2200"/>
              <a:t>and</a:t>
            </a:r>
            <a:r>
              <a:rPr lang="en-US" sz="2200" spc="-75"/>
              <a:t> </a:t>
            </a:r>
            <a:r>
              <a:rPr lang="en-US" sz="2200"/>
              <a:t>standards</a:t>
            </a:r>
            <a:r>
              <a:rPr lang="en-US" sz="2200" spc="-85"/>
              <a:t> </a:t>
            </a:r>
            <a:r>
              <a:rPr lang="en-US" sz="2200"/>
              <a:t>are</a:t>
            </a:r>
            <a:r>
              <a:rPr lang="en-US" sz="2200" spc="-60"/>
              <a:t> </a:t>
            </a:r>
            <a:r>
              <a:rPr lang="en-US" sz="2200" spc="-10"/>
              <a:t>followed</a:t>
            </a:r>
            <a:r>
              <a:rPr lang="en-US" sz="2200" spc="-65"/>
              <a:t> </a:t>
            </a:r>
            <a:r>
              <a:rPr lang="en-US" sz="2200" spc="-25"/>
              <a:t>by </a:t>
            </a:r>
            <a:r>
              <a:rPr lang="en-US" sz="2200"/>
              <a:t>the</a:t>
            </a:r>
            <a:r>
              <a:rPr lang="en-US" sz="2200" spc="-75"/>
              <a:t> </a:t>
            </a:r>
            <a:r>
              <a:rPr lang="en-US" sz="2200"/>
              <a:t>software</a:t>
            </a:r>
            <a:r>
              <a:rPr lang="en-US" sz="2200" spc="-80"/>
              <a:t> </a:t>
            </a:r>
            <a:r>
              <a:rPr lang="en-US" sz="2200"/>
              <a:t>development</a:t>
            </a:r>
            <a:r>
              <a:rPr lang="en-US" sz="2200" spc="-95"/>
              <a:t> </a:t>
            </a:r>
            <a:r>
              <a:rPr lang="en-US" sz="2200" spc="-20"/>
              <a:t>team</a:t>
            </a:r>
            <a:endParaRPr lang="en-US" sz="2200"/>
          </a:p>
          <a:p>
            <a:pPr marL="355600" marR="527050" indent="-228600">
              <a:lnSpc>
                <a:spcPct val="90000"/>
              </a:lnSpc>
              <a:spcBef>
                <a:spcPts val="7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55"/>
              <a:t> </a:t>
            </a:r>
            <a:r>
              <a:rPr lang="en-US" sz="2200"/>
              <a:t>management</a:t>
            </a:r>
            <a:r>
              <a:rPr lang="en-US" sz="2200" spc="-55"/>
              <a:t> </a:t>
            </a:r>
            <a:r>
              <a:rPr lang="en-US" sz="2200"/>
              <a:t>should</a:t>
            </a:r>
            <a:r>
              <a:rPr lang="en-US" sz="2200" spc="-40"/>
              <a:t> </a:t>
            </a:r>
            <a:r>
              <a:rPr lang="en-US" sz="2200"/>
              <a:t>be</a:t>
            </a:r>
            <a:r>
              <a:rPr lang="en-US" sz="2200" spc="-55"/>
              <a:t> </a:t>
            </a:r>
            <a:r>
              <a:rPr lang="en-US" sz="2200" spc="-10"/>
              <a:t>separate</a:t>
            </a:r>
            <a:r>
              <a:rPr lang="en-US" sz="2200" spc="-55"/>
              <a:t> </a:t>
            </a:r>
            <a:r>
              <a:rPr lang="en-US" sz="2200" spc="-20"/>
              <a:t>from </a:t>
            </a:r>
            <a:r>
              <a:rPr lang="en-US" sz="2200"/>
              <a:t>project</a:t>
            </a:r>
            <a:r>
              <a:rPr lang="en-US" sz="2200" spc="-105"/>
              <a:t> </a:t>
            </a:r>
            <a:r>
              <a:rPr lang="en-US" sz="2200"/>
              <a:t>management</a:t>
            </a:r>
            <a:r>
              <a:rPr lang="en-US" sz="2200" spc="-110"/>
              <a:t> </a:t>
            </a:r>
            <a:r>
              <a:rPr lang="en-US" sz="2200"/>
              <a:t>to</a:t>
            </a:r>
            <a:r>
              <a:rPr lang="en-US" sz="2200" spc="-110"/>
              <a:t> </a:t>
            </a:r>
            <a:r>
              <a:rPr lang="en-US" sz="2200"/>
              <a:t>ensure</a:t>
            </a:r>
            <a:r>
              <a:rPr lang="en-US" sz="2200" spc="-90"/>
              <a:t> </a:t>
            </a:r>
            <a:r>
              <a:rPr lang="en-US" sz="2200" spc="-10"/>
              <a:t>independence</a:t>
            </a:r>
            <a:endParaRPr lang="en-US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6515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200" kern="1200" spc="-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Assurance</a:t>
            </a:r>
            <a:r>
              <a:rPr lang="en-US" sz="5200" kern="1200" spc="-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&amp;</a:t>
            </a:r>
            <a:r>
              <a:rPr lang="en-US" sz="5200" kern="1200" spc="-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2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7D80719D-0472-305B-3B2C-46369A9A95D8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7475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400" kern="1200" spc="-2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Assurance</a:t>
            </a:r>
            <a:r>
              <a:rPr lang="en-US" sz="54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5400" kern="1200" spc="-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marR="1562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/>
              <a:t>Quality</a:t>
            </a:r>
            <a:r>
              <a:rPr lang="en-US" sz="2200" spc="-229"/>
              <a:t> </a:t>
            </a:r>
            <a:r>
              <a:rPr lang="en-US" sz="2200"/>
              <a:t>Assurance</a:t>
            </a:r>
            <a:r>
              <a:rPr lang="en-US" sz="2200" spc="-15"/>
              <a:t> </a:t>
            </a:r>
            <a:r>
              <a:rPr lang="en-US" sz="2200"/>
              <a:t>is</a:t>
            </a:r>
            <a:r>
              <a:rPr lang="en-US" sz="2200" spc="-15"/>
              <a:t> </a:t>
            </a:r>
            <a:r>
              <a:rPr lang="en-US" sz="2200"/>
              <a:t>process</a:t>
            </a:r>
            <a:r>
              <a:rPr lang="en-US" sz="2200" spc="-25"/>
              <a:t> </a:t>
            </a:r>
            <a:r>
              <a:rPr lang="en-US" sz="2200" spc="-10"/>
              <a:t>oriented </a:t>
            </a:r>
            <a:r>
              <a:rPr lang="en-US" sz="2200"/>
              <a:t>and</a:t>
            </a:r>
            <a:r>
              <a:rPr lang="en-US" sz="2200" spc="-10"/>
              <a:t> </a:t>
            </a:r>
            <a:r>
              <a:rPr lang="en-US" sz="2200"/>
              <a:t>focuses</a:t>
            </a:r>
            <a:r>
              <a:rPr lang="en-US" sz="2200" spc="-5"/>
              <a:t> </a:t>
            </a:r>
            <a:r>
              <a:rPr lang="en-US" sz="2200"/>
              <a:t>on</a:t>
            </a:r>
            <a:r>
              <a:rPr lang="en-US" sz="2200" spc="-10"/>
              <a:t> </a:t>
            </a:r>
            <a:r>
              <a:rPr lang="en-US" sz="2200"/>
              <a:t>defect</a:t>
            </a:r>
            <a:r>
              <a:rPr lang="en-US" sz="2200" spc="-5"/>
              <a:t> </a:t>
            </a:r>
            <a:r>
              <a:rPr lang="en-US" sz="2200" spc="-10"/>
              <a:t>prevention.</a:t>
            </a:r>
          </a:p>
          <a:p>
            <a:pPr marL="355600" marR="1562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/>
              <a:t>QA</a:t>
            </a:r>
            <a:r>
              <a:rPr lang="en-US" sz="2200" spc="-215"/>
              <a:t> </a:t>
            </a:r>
            <a:r>
              <a:rPr lang="en-US" sz="2200"/>
              <a:t>is</a:t>
            </a:r>
            <a:r>
              <a:rPr lang="en-US" sz="2200" spc="-5"/>
              <a:t> </a:t>
            </a:r>
            <a:r>
              <a:rPr lang="en-US" sz="2200"/>
              <a:t>a set</a:t>
            </a:r>
            <a:r>
              <a:rPr lang="en-US" sz="2200" spc="-20"/>
              <a:t> </a:t>
            </a:r>
            <a:r>
              <a:rPr lang="en-US" sz="2200"/>
              <a:t>of</a:t>
            </a:r>
            <a:r>
              <a:rPr lang="en-US" sz="2200" spc="-5"/>
              <a:t> </a:t>
            </a:r>
            <a:r>
              <a:rPr lang="en-US" sz="2200"/>
              <a:t>activities</a:t>
            </a:r>
            <a:r>
              <a:rPr lang="en-US" sz="2200" spc="-15"/>
              <a:t> </a:t>
            </a:r>
            <a:r>
              <a:rPr lang="en-US" sz="2200"/>
              <a:t>for</a:t>
            </a:r>
            <a:r>
              <a:rPr lang="en-US" sz="2200" spc="-5"/>
              <a:t> </a:t>
            </a:r>
            <a:r>
              <a:rPr lang="en-US" sz="2200" spc="-10"/>
              <a:t>ensuring </a:t>
            </a:r>
            <a:r>
              <a:rPr lang="en-US" sz="2200"/>
              <a:t>quality</a:t>
            </a:r>
            <a:r>
              <a:rPr lang="en-US" sz="2200" spc="-25"/>
              <a:t> </a:t>
            </a:r>
            <a:r>
              <a:rPr lang="en-US" sz="2200"/>
              <a:t>in</a:t>
            </a:r>
            <a:r>
              <a:rPr lang="en-US" sz="2200" spc="-5"/>
              <a:t> </a:t>
            </a:r>
            <a:r>
              <a:rPr lang="en-US" sz="2200"/>
              <a:t>the</a:t>
            </a:r>
            <a:r>
              <a:rPr lang="en-US" sz="2200" spc="-5"/>
              <a:t> </a:t>
            </a:r>
            <a:r>
              <a:rPr lang="en-US" sz="2200"/>
              <a:t>processes</a:t>
            </a:r>
            <a:r>
              <a:rPr lang="en-US" sz="2200" spc="-5"/>
              <a:t> </a:t>
            </a:r>
            <a:r>
              <a:rPr lang="en-US" sz="2200"/>
              <a:t>by</a:t>
            </a:r>
            <a:r>
              <a:rPr lang="en-US" sz="2200" spc="-5"/>
              <a:t> </a:t>
            </a:r>
            <a:r>
              <a:rPr lang="en-US" sz="2200" spc="-10"/>
              <a:t>which </a:t>
            </a:r>
            <a:r>
              <a:rPr lang="en-US" sz="2200"/>
              <a:t>products</a:t>
            </a:r>
            <a:r>
              <a:rPr lang="en-US" sz="2200" spc="-30"/>
              <a:t> </a:t>
            </a:r>
            <a:r>
              <a:rPr lang="en-US" sz="2200"/>
              <a:t>are</a:t>
            </a:r>
            <a:r>
              <a:rPr lang="en-US" sz="2200" spc="-5"/>
              <a:t> </a:t>
            </a:r>
            <a:r>
              <a:rPr lang="en-US" sz="2200" spc="-10"/>
              <a:t>developed.</a:t>
            </a:r>
          </a:p>
          <a:p>
            <a:pPr marL="355600" marR="1562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200"/>
          </a:p>
          <a:p>
            <a:pPr marR="1562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/>
              <a:t>Whereas</a:t>
            </a:r>
          </a:p>
          <a:p>
            <a:pPr indent="-228600">
              <a:lnSpc>
                <a:spcPct val="90000"/>
              </a:lnSpc>
              <a:spcBef>
                <a:spcPts val="180"/>
              </a:spcBef>
              <a:buFont typeface="Arial" panose="020B0604020202020204" pitchFamily="34" charset="0"/>
              <a:buChar char="•"/>
            </a:pPr>
            <a:endParaRPr lang="en-US" sz="2200"/>
          </a:p>
          <a:p>
            <a:pPr marL="3556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Quality</a:t>
            </a:r>
            <a:r>
              <a:rPr lang="en-US" sz="2200" spc="-30"/>
              <a:t> </a:t>
            </a:r>
            <a:r>
              <a:rPr lang="en-US" sz="2200"/>
              <a:t>Control</a:t>
            </a:r>
            <a:r>
              <a:rPr lang="en-US" sz="2200" spc="-30"/>
              <a:t> </a:t>
            </a:r>
            <a:r>
              <a:rPr lang="en-US" sz="2200"/>
              <a:t>is</a:t>
            </a:r>
            <a:r>
              <a:rPr lang="en-US" sz="2200" spc="-20"/>
              <a:t> </a:t>
            </a:r>
            <a:r>
              <a:rPr lang="en-US" sz="2200"/>
              <a:t>product</a:t>
            </a:r>
            <a:r>
              <a:rPr lang="en-US" sz="2200" spc="-40"/>
              <a:t> </a:t>
            </a:r>
            <a:r>
              <a:rPr lang="en-US" sz="2200"/>
              <a:t>oriented</a:t>
            </a:r>
            <a:r>
              <a:rPr lang="en-US" sz="2200" spc="-30"/>
              <a:t> </a:t>
            </a:r>
            <a:r>
              <a:rPr lang="en-US" sz="2200" spc="-25"/>
              <a:t>and </a:t>
            </a:r>
            <a:r>
              <a:rPr lang="en-US" sz="2200"/>
              <a:t>focuses</a:t>
            </a:r>
            <a:r>
              <a:rPr lang="en-US" sz="2200" spc="-5"/>
              <a:t> </a:t>
            </a:r>
            <a:r>
              <a:rPr lang="en-US" sz="2200"/>
              <a:t>on</a:t>
            </a:r>
            <a:r>
              <a:rPr lang="en-US" sz="2200" spc="-15"/>
              <a:t> </a:t>
            </a:r>
            <a:r>
              <a:rPr lang="en-US" sz="2200"/>
              <a:t>defect </a:t>
            </a:r>
            <a:r>
              <a:rPr lang="en-US" sz="2200" spc="-10"/>
              <a:t>identification.</a:t>
            </a:r>
          </a:p>
          <a:p>
            <a:pPr marL="3556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QC is a set of activities</a:t>
            </a:r>
            <a:r>
              <a:rPr lang="en-US" sz="2200" spc="-15"/>
              <a:t> </a:t>
            </a:r>
            <a:r>
              <a:rPr lang="en-US" sz="2200"/>
              <a:t>for </a:t>
            </a:r>
            <a:r>
              <a:rPr lang="en-US" sz="2200" spc="-10"/>
              <a:t>ensuring </a:t>
            </a:r>
            <a:r>
              <a:rPr lang="en-US" sz="2200"/>
              <a:t>quality</a:t>
            </a:r>
            <a:r>
              <a:rPr lang="en-US" sz="2200" spc="-40"/>
              <a:t> </a:t>
            </a:r>
            <a:r>
              <a:rPr lang="en-US" sz="2200"/>
              <a:t>in</a:t>
            </a:r>
            <a:r>
              <a:rPr lang="en-US" sz="2200" spc="-5"/>
              <a:t> </a:t>
            </a:r>
            <a:r>
              <a:rPr lang="en-US" sz="2200"/>
              <a:t>products.</a:t>
            </a:r>
            <a:r>
              <a:rPr lang="en-US" sz="2200" spc="-95"/>
              <a:t> </a:t>
            </a:r>
            <a:r>
              <a:rPr lang="en-US" sz="2200"/>
              <a:t>The</a:t>
            </a:r>
            <a:r>
              <a:rPr lang="en-US" sz="2200" spc="-5"/>
              <a:t> </a:t>
            </a:r>
            <a:r>
              <a:rPr lang="en-US" sz="2200"/>
              <a:t>activities</a:t>
            </a:r>
            <a:r>
              <a:rPr lang="en-US" sz="2200" spc="-5"/>
              <a:t> </a:t>
            </a:r>
            <a:r>
              <a:rPr lang="en-US" sz="2200" spc="-10"/>
              <a:t>focus </a:t>
            </a:r>
            <a:r>
              <a:rPr lang="en-US" sz="2200"/>
              <a:t>on</a:t>
            </a:r>
            <a:r>
              <a:rPr lang="en-US" sz="2200" spc="-15"/>
              <a:t> </a:t>
            </a:r>
            <a:r>
              <a:rPr lang="en-US" sz="2200"/>
              <a:t>identifying</a:t>
            </a:r>
            <a:r>
              <a:rPr lang="en-US" sz="2200" spc="-40"/>
              <a:t> </a:t>
            </a:r>
            <a:r>
              <a:rPr lang="en-US" sz="2200"/>
              <a:t>defects</a:t>
            </a:r>
            <a:r>
              <a:rPr lang="en-US" sz="2200" spc="-15"/>
              <a:t> </a:t>
            </a:r>
            <a:r>
              <a:rPr lang="en-US" sz="2200"/>
              <a:t>in</a:t>
            </a:r>
            <a:r>
              <a:rPr lang="en-US" sz="2200" spc="-10"/>
              <a:t> </a:t>
            </a:r>
            <a:r>
              <a:rPr lang="en-US" sz="2200"/>
              <a:t>the</a:t>
            </a:r>
            <a:r>
              <a:rPr lang="en-US" sz="2200" spc="-10"/>
              <a:t> actual </a:t>
            </a:r>
            <a:r>
              <a:rPr lang="en-US" sz="2200"/>
              <a:t>products</a:t>
            </a:r>
            <a:r>
              <a:rPr lang="en-US" sz="2200" spc="-25"/>
              <a:t> </a:t>
            </a:r>
            <a:r>
              <a:rPr lang="en-US" sz="2200" spc="-10"/>
              <a:t>produced.</a:t>
            </a:r>
            <a:endParaRPr lang="en-US" sz="2200"/>
          </a:p>
          <a:p>
            <a:pPr marL="127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33985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Focus-</a:t>
            </a:r>
            <a:r>
              <a:rPr lang="en-US" sz="54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Assurance</a:t>
            </a:r>
            <a:r>
              <a:rPr lang="en-US" sz="54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5400" kern="1200" spc="-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/>
              <a:t>QA</a:t>
            </a:r>
            <a:r>
              <a:rPr lang="en-US" sz="2200" spc="-220"/>
              <a:t> </a:t>
            </a:r>
            <a:r>
              <a:rPr lang="en-US" sz="2200"/>
              <a:t>aims</a:t>
            </a:r>
            <a:r>
              <a:rPr lang="en-US" sz="2200" spc="-10"/>
              <a:t> </a:t>
            </a:r>
            <a:r>
              <a:rPr lang="en-US" sz="2200"/>
              <a:t>to</a:t>
            </a:r>
            <a:r>
              <a:rPr lang="en-US" sz="2200" spc="-15"/>
              <a:t> </a:t>
            </a:r>
            <a:r>
              <a:rPr lang="en-US" sz="2200"/>
              <a:t>prevent</a:t>
            </a:r>
            <a:r>
              <a:rPr lang="en-US" sz="2200" spc="-30"/>
              <a:t> </a:t>
            </a:r>
            <a:r>
              <a:rPr lang="en-US" sz="2200"/>
              <a:t>defects</a:t>
            </a:r>
            <a:r>
              <a:rPr lang="en-US" sz="2200" spc="-10"/>
              <a:t> </a:t>
            </a:r>
            <a:r>
              <a:rPr lang="en-US" sz="2200"/>
              <a:t>with</a:t>
            </a:r>
            <a:r>
              <a:rPr lang="en-US" sz="2200" spc="-10"/>
              <a:t> </a:t>
            </a:r>
            <a:r>
              <a:rPr lang="en-US" sz="2200" spc="-50"/>
              <a:t>a </a:t>
            </a:r>
            <a:r>
              <a:rPr lang="en-US" sz="2200"/>
              <a:t>focus</a:t>
            </a:r>
            <a:r>
              <a:rPr lang="en-US" sz="2200" spc="-15"/>
              <a:t> </a:t>
            </a:r>
            <a:r>
              <a:rPr lang="en-US" sz="2200"/>
              <a:t>on</a:t>
            </a:r>
            <a:r>
              <a:rPr lang="en-US" sz="2200" spc="-10"/>
              <a:t> </a:t>
            </a:r>
            <a:r>
              <a:rPr lang="en-US" sz="2200"/>
              <a:t>the</a:t>
            </a:r>
            <a:r>
              <a:rPr lang="en-US" sz="2200" spc="-10"/>
              <a:t> </a:t>
            </a:r>
            <a:r>
              <a:rPr lang="en-US" sz="2200"/>
              <a:t>process</a:t>
            </a:r>
            <a:r>
              <a:rPr lang="en-US" sz="2200" spc="-30"/>
              <a:t> </a:t>
            </a:r>
            <a:r>
              <a:rPr lang="en-US" sz="2200"/>
              <a:t>used</a:t>
            </a:r>
            <a:r>
              <a:rPr lang="en-US" sz="2200" spc="-10"/>
              <a:t> </a:t>
            </a:r>
            <a:r>
              <a:rPr lang="en-US" sz="2200"/>
              <a:t>to</a:t>
            </a:r>
            <a:r>
              <a:rPr lang="en-US" sz="2200" spc="-10"/>
              <a:t> </a:t>
            </a:r>
            <a:r>
              <a:rPr lang="en-US" sz="2200"/>
              <a:t>make</a:t>
            </a:r>
            <a:r>
              <a:rPr lang="en-US" sz="2200" spc="-25"/>
              <a:t> the </a:t>
            </a:r>
            <a:r>
              <a:rPr lang="en-US" sz="2200"/>
              <a:t>product.</a:t>
            </a:r>
            <a:r>
              <a:rPr lang="en-US" sz="2200" spc="-25"/>
              <a:t> </a:t>
            </a:r>
            <a:r>
              <a:rPr lang="en-US" sz="2200"/>
              <a:t>It</a:t>
            </a:r>
            <a:r>
              <a:rPr lang="en-US" sz="2200" spc="-20"/>
              <a:t> </a:t>
            </a:r>
            <a:r>
              <a:rPr lang="en-US" sz="2200"/>
              <a:t>is</a:t>
            </a:r>
            <a:r>
              <a:rPr lang="en-US" sz="2200" spc="-5"/>
              <a:t> </a:t>
            </a:r>
            <a:r>
              <a:rPr lang="en-US" sz="2200"/>
              <a:t>a</a:t>
            </a:r>
            <a:r>
              <a:rPr lang="en-US" sz="2200" spc="-10"/>
              <a:t> </a:t>
            </a:r>
            <a:r>
              <a:rPr lang="en-US" sz="2200"/>
              <a:t>proactive</a:t>
            </a:r>
            <a:r>
              <a:rPr lang="en-US" sz="2200" spc="-25"/>
              <a:t> </a:t>
            </a:r>
            <a:r>
              <a:rPr lang="en-US" sz="2200" spc="-10"/>
              <a:t>quality process.</a:t>
            </a:r>
            <a:endParaRPr lang="en-US" sz="2200"/>
          </a:p>
          <a:p>
            <a:pPr marL="12700" marR="1066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/>
              <a:t>QC</a:t>
            </a:r>
            <a:r>
              <a:rPr lang="en-US" sz="2200" spc="-10"/>
              <a:t> </a:t>
            </a:r>
            <a:r>
              <a:rPr lang="en-US" sz="2200"/>
              <a:t>aims</a:t>
            </a:r>
            <a:r>
              <a:rPr lang="en-US" sz="2200" spc="-5"/>
              <a:t> </a:t>
            </a:r>
            <a:r>
              <a:rPr lang="en-US" sz="2200"/>
              <a:t>to</a:t>
            </a:r>
            <a:r>
              <a:rPr lang="en-US" sz="2200" spc="-5"/>
              <a:t> </a:t>
            </a:r>
            <a:r>
              <a:rPr lang="en-US" sz="2200"/>
              <a:t>identify</a:t>
            </a:r>
            <a:r>
              <a:rPr lang="en-US" sz="2200" spc="-5"/>
              <a:t> </a:t>
            </a:r>
            <a:r>
              <a:rPr lang="en-US" sz="2200"/>
              <a:t>(and</a:t>
            </a:r>
            <a:r>
              <a:rPr lang="en-US" sz="2200" spc="-25"/>
              <a:t> </a:t>
            </a:r>
            <a:r>
              <a:rPr lang="en-US" sz="2200" spc="-10"/>
              <a:t>correct) </a:t>
            </a:r>
            <a:r>
              <a:rPr lang="en-US" sz="2200"/>
              <a:t>defects</a:t>
            </a:r>
            <a:r>
              <a:rPr lang="en-US" sz="2200" spc="-15"/>
              <a:t> </a:t>
            </a:r>
            <a:r>
              <a:rPr lang="en-US" sz="2200"/>
              <a:t>in</a:t>
            </a:r>
            <a:r>
              <a:rPr lang="en-US" sz="2200" spc="-15"/>
              <a:t> </a:t>
            </a:r>
            <a:r>
              <a:rPr lang="en-US" sz="2200"/>
              <a:t>the</a:t>
            </a:r>
            <a:r>
              <a:rPr lang="en-US" sz="2200" spc="-10"/>
              <a:t> </a:t>
            </a:r>
            <a:r>
              <a:rPr lang="en-US" sz="2200"/>
              <a:t>finished</a:t>
            </a:r>
            <a:r>
              <a:rPr lang="en-US" sz="2200" spc="-40"/>
              <a:t> </a:t>
            </a:r>
            <a:r>
              <a:rPr lang="en-US" sz="2200"/>
              <a:t>product.</a:t>
            </a:r>
            <a:r>
              <a:rPr lang="en-US" sz="2200" spc="-25"/>
              <a:t> </a:t>
            </a:r>
            <a:r>
              <a:rPr lang="en-US" sz="2200" spc="-10"/>
              <a:t>Quality </a:t>
            </a:r>
            <a:r>
              <a:rPr lang="en-US" sz="2200"/>
              <a:t>control, therefore,</a:t>
            </a:r>
            <a:r>
              <a:rPr lang="en-US" sz="2200" spc="-20"/>
              <a:t> </a:t>
            </a:r>
            <a:r>
              <a:rPr lang="en-US" sz="2200"/>
              <a:t>is a </a:t>
            </a:r>
            <a:r>
              <a:rPr lang="en-US" sz="2200" spc="-10"/>
              <a:t>reactive process.</a:t>
            </a:r>
            <a:endParaRPr lang="en-US"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252984" rIns="0" bIns="0" rtlCol="0">
            <a:normAutofit/>
          </a:bodyPr>
          <a:lstStyle/>
          <a:p>
            <a:pPr marL="632460">
              <a:spcBef>
                <a:spcPts val="105"/>
              </a:spcBef>
            </a:pPr>
            <a:r>
              <a:rPr lang="en-IN" sz="5400"/>
              <a:t>Software</a:t>
            </a:r>
            <a:r>
              <a:rPr lang="en-IN" sz="5400" spc="-85"/>
              <a:t> </a:t>
            </a:r>
            <a:r>
              <a:rPr lang="en-IN" sz="5400"/>
              <a:t>Quality</a:t>
            </a:r>
            <a:r>
              <a:rPr lang="en-IN" sz="5400" spc="-80"/>
              <a:t> </a:t>
            </a:r>
            <a:r>
              <a:rPr lang="en-IN" sz="5400" spc="-10"/>
              <a:t>Assurance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0" tIns="238886" rIns="0" bIns="0" rtlCol="0">
            <a:normAutofit/>
          </a:bodyPr>
          <a:lstStyle/>
          <a:p>
            <a:pPr marL="431800" marR="5080" indent="-343535">
              <a:spcBef>
                <a:spcPts val="105"/>
              </a:spcBef>
              <a:buFont typeface="Arial MT"/>
              <a:buChar char="•"/>
              <a:tabLst>
                <a:tab pos="431800" algn="l"/>
              </a:tabLst>
            </a:pPr>
            <a:r>
              <a:rPr lang="en-IN" sz="2200" b="1" spc="-10" dirty="0">
                <a:latin typeface="Calibri"/>
                <a:cs typeface="Calibri"/>
              </a:rPr>
              <a:t>Software</a:t>
            </a:r>
            <a:r>
              <a:rPr lang="en-IN" sz="2200" b="1" spc="-70" dirty="0">
                <a:latin typeface="Calibri"/>
                <a:cs typeface="Calibri"/>
              </a:rPr>
              <a:t> </a:t>
            </a:r>
            <a:r>
              <a:rPr lang="en-IN" sz="2200" b="1" dirty="0">
                <a:latin typeface="Calibri"/>
                <a:cs typeface="Calibri"/>
              </a:rPr>
              <a:t>quality</a:t>
            </a:r>
            <a:r>
              <a:rPr lang="en-IN" sz="2200" b="1" spc="-90" dirty="0">
                <a:latin typeface="Calibri"/>
                <a:cs typeface="Calibri"/>
              </a:rPr>
              <a:t> </a:t>
            </a:r>
            <a:r>
              <a:rPr lang="en-IN" sz="2200" b="1" dirty="0">
                <a:latin typeface="Calibri"/>
                <a:cs typeface="Calibri"/>
              </a:rPr>
              <a:t>assurance</a:t>
            </a:r>
            <a:r>
              <a:rPr lang="en-IN" sz="2200" b="1" spc="-90" dirty="0">
                <a:latin typeface="Calibri"/>
                <a:cs typeface="Calibri"/>
              </a:rPr>
              <a:t> </a:t>
            </a:r>
            <a:r>
              <a:rPr lang="en-IN" sz="2200" dirty="0"/>
              <a:t>(</a:t>
            </a:r>
            <a:r>
              <a:rPr lang="en-IN" sz="2200" b="1" dirty="0">
                <a:latin typeface="Calibri"/>
                <a:cs typeface="Calibri"/>
              </a:rPr>
              <a:t>SQA</a:t>
            </a:r>
            <a:r>
              <a:rPr lang="en-IN" sz="2200" dirty="0"/>
              <a:t>)</a:t>
            </a:r>
            <a:r>
              <a:rPr lang="en-IN" sz="2200" spc="-65" dirty="0"/>
              <a:t> </a:t>
            </a:r>
            <a:r>
              <a:rPr lang="en-IN" sz="2200" dirty="0"/>
              <a:t>consists</a:t>
            </a:r>
            <a:r>
              <a:rPr lang="en-IN" sz="2200" spc="-60" dirty="0"/>
              <a:t> </a:t>
            </a:r>
            <a:r>
              <a:rPr lang="en-IN" sz="2200" spc="-25" dirty="0"/>
              <a:t>of </a:t>
            </a:r>
            <a:r>
              <a:rPr lang="en-IN" sz="2200" dirty="0"/>
              <a:t>a</a:t>
            </a:r>
            <a:r>
              <a:rPr lang="en-IN" sz="2200" spc="-45" dirty="0"/>
              <a:t> </a:t>
            </a:r>
            <a:r>
              <a:rPr lang="en-IN" sz="2200" dirty="0"/>
              <a:t>means</a:t>
            </a:r>
            <a:r>
              <a:rPr lang="en-IN" sz="2200" spc="-45" dirty="0"/>
              <a:t> </a:t>
            </a:r>
            <a:r>
              <a:rPr lang="en-IN" sz="2200" dirty="0"/>
              <a:t>of</a:t>
            </a:r>
            <a:r>
              <a:rPr lang="en-IN" sz="2200" spc="-45" dirty="0"/>
              <a:t> </a:t>
            </a:r>
            <a:r>
              <a:rPr lang="en-IN" sz="2200" dirty="0"/>
              <a:t>monitoring</a:t>
            </a:r>
            <a:r>
              <a:rPr lang="en-IN" sz="2200" spc="-15" dirty="0"/>
              <a:t> </a:t>
            </a:r>
            <a:r>
              <a:rPr lang="en-IN" sz="2200" dirty="0"/>
              <a:t>the</a:t>
            </a:r>
            <a:r>
              <a:rPr lang="en-IN" sz="2200" spc="-45" dirty="0"/>
              <a:t> </a:t>
            </a:r>
            <a:r>
              <a:rPr lang="en-IN" sz="2200" u="sng" spc="-10" dirty="0">
                <a:uFill>
                  <a:solidFill>
                    <a:srgbClr val="0000FF"/>
                  </a:solidFill>
                </a:uFill>
                <a:hlinkClick r:id="rId2"/>
              </a:rPr>
              <a:t>software</a:t>
            </a:r>
            <a:r>
              <a:rPr lang="en-IN" sz="2200" spc="-10" dirty="0"/>
              <a:t> </a:t>
            </a:r>
            <a:r>
              <a:rPr lang="en-IN" sz="2200" u="sng" dirty="0">
                <a:uFill>
                  <a:solidFill>
                    <a:srgbClr val="0000FF"/>
                  </a:solidFill>
                </a:uFill>
                <a:hlinkClick r:id="rId2"/>
              </a:rPr>
              <a:t>engineering</a:t>
            </a:r>
            <a:r>
              <a:rPr lang="en-IN" sz="2200" spc="-65" dirty="0"/>
              <a:t> </a:t>
            </a:r>
            <a:r>
              <a:rPr lang="en-IN" sz="2200" dirty="0"/>
              <a:t>processes</a:t>
            </a:r>
            <a:r>
              <a:rPr lang="en-IN" sz="2200" spc="-85" dirty="0"/>
              <a:t> </a:t>
            </a:r>
            <a:r>
              <a:rPr lang="en-IN" sz="2200" dirty="0"/>
              <a:t>and</a:t>
            </a:r>
            <a:r>
              <a:rPr lang="en-IN" sz="2200" spc="-65" dirty="0"/>
              <a:t> </a:t>
            </a:r>
            <a:r>
              <a:rPr lang="en-IN" sz="2200" dirty="0"/>
              <a:t>methods</a:t>
            </a:r>
            <a:r>
              <a:rPr lang="en-IN" sz="2200" spc="-50" dirty="0"/>
              <a:t> </a:t>
            </a:r>
            <a:r>
              <a:rPr lang="en-IN" sz="2200" dirty="0"/>
              <a:t>used</a:t>
            </a:r>
            <a:r>
              <a:rPr lang="en-IN" sz="2200" spc="-65" dirty="0"/>
              <a:t> </a:t>
            </a:r>
            <a:r>
              <a:rPr lang="en-IN" sz="2200" spc="-25" dirty="0"/>
              <a:t>to </a:t>
            </a:r>
            <a:r>
              <a:rPr lang="en-IN" sz="2200" dirty="0"/>
              <a:t>ensure</a:t>
            </a:r>
            <a:r>
              <a:rPr lang="en-IN" sz="2200" spc="-75" dirty="0"/>
              <a:t> </a:t>
            </a:r>
            <a:r>
              <a:rPr lang="en-IN" sz="2200" spc="-20" dirty="0"/>
              <a:t>quality.</a:t>
            </a:r>
            <a:r>
              <a:rPr lang="en-IN" sz="2200" spc="-45" dirty="0"/>
              <a:t> </a:t>
            </a:r>
          </a:p>
          <a:p>
            <a:pPr marL="431800" marR="5080" indent="-343535">
              <a:spcBef>
                <a:spcPts val="105"/>
              </a:spcBef>
              <a:buFont typeface="Arial MT"/>
              <a:buChar char="•"/>
              <a:tabLst>
                <a:tab pos="431800" algn="l"/>
              </a:tabLst>
            </a:pPr>
            <a:endParaRPr lang="en-IN" sz="2200" spc="-45" dirty="0"/>
          </a:p>
          <a:p>
            <a:pPr marL="431800" marR="5080" indent="-343535">
              <a:spcBef>
                <a:spcPts val="105"/>
              </a:spcBef>
              <a:buFont typeface="Arial MT"/>
              <a:buChar char="•"/>
              <a:tabLst>
                <a:tab pos="431800" algn="l"/>
              </a:tabLst>
            </a:pPr>
            <a:r>
              <a:rPr lang="en-IN" sz="2200" dirty="0"/>
              <a:t>The</a:t>
            </a:r>
            <a:r>
              <a:rPr lang="en-IN" sz="2200" spc="-70" dirty="0"/>
              <a:t> </a:t>
            </a:r>
            <a:r>
              <a:rPr lang="en-IN" sz="2200" dirty="0"/>
              <a:t>methods</a:t>
            </a:r>
            <a:r>
              <a:rPr lang="en-IN" sz="2200" spc="-65" dirty="0"/>
              <a:t> </a:t>
            </a:r>
            <a:r>
              <a:rPr lang="en-IN" sz="2200" dirty="0"/>
              <a:t>by</a:t>
            </a:r>
            <a:r>
              <a:rPr lang="en-IN" sz="2200" spc="-75" dirty="0"/>
              <a:t> </a:t>
            </a:r>
            <a:r>
              <a:rPr lang="en-IN" sz="2200" dirty="0"/>
              <a:t>which</a:t>
            </a:r>
            <a:r>
              <a:rPr lang="en-IN" sz="2200" spc="-65" dirty="0"/>
              <a:t> </a:t>
            </a:r>
            <a:r>
              <a:rPr lang="en-IN" sz="2200" dirty="0"/>
              <a:t>this</a:t>
            </a:r>
            <a:r>
              <a:rPr lang="en-IN" sz="2200" spc="-65" dirty="0"/>
              <a:t> </a:t>
            </a:r>
            <a:r>
              <a:rPr lang="en-IN" sz="2200" spc="-25" dirty="0"/>
              <a:t>is </a:t>
            </a:r>
            <a:r>
              <a:rPr lang="en-IN" sz="2200" dirty="0"/>
              <a:t>accomplished</a:t>
            </a:r>
            <a:r>
              <a:rPr lang="en-IN" sz="2200" spc="-75" dirty="0"/>
              <a:t> </a:t>
            </a:r>
            <a:r>
              <a:rPr lang="en-IN" sz="2200" dirty="0"/>
              <a:t>are</a:t>
            </a:r>
            <a:r>
              <a:rPr lang="en-IN" sz="2200" spc="-90" dirty="0"/>
              <a:t> </a:t>
            </a:r>
            <a:r>
              <a:rPr lang="en-IN" sz="2200" dirty="0"/>
              <a:t>many</a:t>
            </a:r>
            <a:r>
              <a:rPr lang="en-IN" sz="2200" spc="-80" dirty="0"/>
              <a:t> </a:t>
            </a:r>
            <a:r>
              <a:rPr lang="en-IN" sz="2200" dirty="0"/>
              <a:t>and</a:t>
            </a:r>
            <a:r>
              <a:rPr lang="en-IN" sz="2200" spc="-65" dirty="0"/>
              <a:t> </a:t>
            </a:r>
            <a:r>
              <a:rPr lang="en-IN" sz="2200" dirty="0"/>
              <a:t>varied,</a:t>
            </a:r>
            <a:r>
              <a:rPr lang="en-IN" sz="2200" spc="-80" dirty="0"/>
              <a:t> </a:t>
            </a:r>
            <a:r>
              <a:rPr lang="en-IN" sz="2200" dirty="0"/>
              <a:t>and</a:t>
            </a:r>
            <a:r>
              <a:rPr lang="en-IN" sz="2200" spc="-75" dirty="0"/>
              <a:t> </a:t>
            </a:r>
            <a:r>
              <a:rPr lang="en-IN" sz="2200" spc="-25" dirty="0"/>
              <a:t>may </a:t>
            </a:r>
            <a:r>
              <a:rPr lang="en-IN" sz="2200" dirty="0"/>
              <a:t>include</a:t>
            </a:r>
            <a:r>
              <a:rPr lang="en-IN" sz="2200" spc="-55" dirty="0"/>
              <a:t> </a:t>
            </a:r>
            <a:r>
              <a:rPr lang="en-IN" sz="2200" dirty="0"/>
              <a:t>ensuring</a:t>
            </a:r>
            <a:r>
              <a:rPr lang="en-IN" sz="2200" spc="-55" dirty="0"/>
              <a:t> </a:t>
            </a:r>
            <a:r>
              <a:rPr lang="en-IN" sz="2200" dirty="0"/>
              <a:t>conformance</a:t>
            </a:r>
            <a:r>
              <a:rPr lang="en-IN" sz="2200" spc="-65" dirty="0"/>
              <a:t> </a:t>
            </a:r>
            <a:r>
              <a:rPr lang="en-IN" sz="2200" dirty="0"/>
              <a:t>to</a:t>
            </a:r>
            <a:r>
              <a:rPr lang="en-IN" sz="2200" spc="-60" dirty="0"/>
              <a:t> </a:t>
            </a:r>
            <a:r>
              <a:rPr lang="en-IN" sz="2200" dirty="0"/>
              <a:t>one</a:t>
            </a:r>
            <a:r>
              <a:rPr lang="en-IN" sz="2200" spc="-65" dirty="0"/>
              <a:t> </a:t>
            </a:r>
            <a:r>
              <a:rPr lang="en-IN" sz="2200" dirty="0"/>
              <a:t>or</a:t>
            </a:r>
            <a:r>
              <a:rPr lang="en-IN" sz="2200" spc="-60" dirty="0"/>
              <a:t> </a:t>
            </a:r>
            <a:r>
              <a:rPr lang="en-IN" sz="2200" spc="-20" dirty="0"/>
              <a:t>more </a:t>
            </a:r>
            <a:r>
              <a:rPr lang="en-IN" sz="2200" spc="-10" dirty="0"/>
              <a:t>standards,</a:t>
            </a:r>
            <a:r>
              <a:rPr lang="en-IN" sz="2200" spc="-20" dirty="0"/>
              <a:t> </a:t>
            </a:r>
            <a:r>
              <a:rPr lang="en-IN" sz="2200" dirty="0"/>
              <a:t>such</a:t>
            </a:r>
            <a:r>
              <a:rPr lang="en-IN" sz="2200" spc="-50" dirty="0"/>
              <a:t> </a:t>
            </a:r>
            <a:r>
              <a:rPr lang="en-IN" sz="2200" dirty="0"/>
              <a:t>as</a:t>
            </a:r>
            <a:r>
              <a:rPr lang="en-IN" sz="2200" spc="-40" dirty="0"/>
              <a:t> </a:t>
            </a:r>
            <a:r>
              <a:rPr lang="en-IN" sz="2200" u="sng" dirty="0">
                <a:uFill>
                  <a:solidFill>
                    <a:srgbClr val="0000FF"/>
                  </a:solidFill>
                </a:uFill>
                <a:hlinkClick r:id="rId3"/>
              </a:rPr>
              <a:t>ISO</a:t>
            </a:r>
            <a:r>
              <a:rPr lang="en-IN" sz="2200" u="sng" spc="-35" dirty="0"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  <a:r>
              <a:rPr lang="en-IN" sz="2200" u="sng" dirty="0">
                <a:uFill>
                  <a:solidFill>
                    <a:srgbClr val="0000FF"/>
                  </a:solidFill>
                </a:uFill>
                <a:hlinkClick r:id="rId3"/>
              </a:rPr>
              <a:t>9000</a:t>
            </a:r>
            <a:r>
              <a:rPr lang="en-IN" sz="2200" spc="-25" dirty="0"/>
              <a:t> </a:t>
            </a:r>
            <a:r>
              <a:rPr lang="en-IN" sz="2200" dirty="0"/>
              <a:t>or</a:t>
            </a:r>
            <a:r>
              <a:rPr lang="en-IN" sz="2200" spc="-40" dirty="0"/>
              <a:t> </a:t>
            </a:r>
            <a:r>
              <a:rPr lang="en-IN" sz="2200" dirty="0"/>
              <a:t>a</a:t>
            </a:r>
            <a:r>
              <a:rPr lang="en-IN" sz="2200" spc="-45" dirty="0"/>
              <a:t> </a:t>
            </a:r>
            <a:r>
              <a:rPr lang="en-IN" sz="2200" dirty="0"/>
              <a:t>model</a:t>
            </a:r>
            <a:r>
              <a:rPr lang="en-IN" sz="2200" spc="-50" dirty="0"/>
              <a:t> </a:t>
            </a:r>
            <a:r>
              <a:rPr lang="en-IN" sz="2200" spc="-20" dirty="0"/>
              <a:t>such </a:t>
            </a:r>
            <a:r>
              <a:rPr lang="en-IN" sz="2200" dirty="0"/>
              <a:t>as </a:t>
            </a:r>
            <a:r>
              <a:rPr lang="en-IN" sz="2200" u="sng" spc="-10" dirty="0">
                <a:uFill>
                  <a:solidFill>
                    <a:srgbClr val="0000FF"/>
                  </a:solidFill>
                </a:uFill>
                <a:hlinkClick r:id="rId4"/>
              </a:rPr>
              <a:t>CMMI</a:t>
            </a:r>
            <a:r>
              <a:rPr lang="en-IN" sz="2200" spc="-10" dirty="0"/>
              <a:t>.</a:t>
            </a:r>
            <a:endParaRPr lang="en-IN"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5400" u="sng" kern="1200" spc="-25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SQA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marR="5080" indent="-22860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000"/>
              <a:t>SQA</a:t>
            </a:r>
            <a:r>
              <a:rPr lang="en-US" sz="2000" spc="-195"/>
              <a:t> </a:t>
            </a:r>
            <a:r>
              <a:rPr lang="en-US" sz="2000"/>
              <a:t>encompasses</a:t>
            </a:r>
            <a:r>
              <a:rPr lang="en-US" sz="2000" spc="-95"/>
              <a:t>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/>
              <a:t>entire</a:t>
            </a:r>
            <a:r>
              <a:rPr lang="en-US" sz="2000" spc="-40"/>
              <a:t> </a:t>
            </a:r>
            <a:r>
              <a:rPr lang="en-US" sz="2000" spc="-10"/>
              <a:t>software </a:t>
            </a:r>
            <a:r>
              <a:rPr lang="en-US" sz="2000"/>
              <a:t>development</a:t>
            </a:r>
            <a:r>
              <a:rPr lang="en-US" sz="2000" spc="-65"/>
              <a:t> </a:t>
            </a:r>
            <a:r>
              <a:rPr lang="en-US" sz="2000"/>
              <a:t>process,</a:t>
            </a:r>
            <a:r>
              <a:rPr lang="en-US" sz="2000" spc="-100"/>
              <a:t> </a:t>
            </a:r>
            <a:r>
              <a:rPr lang="en-US" sz="2000"/>
              <a:t>which</a:t>
            </a:r>
            <a:r>
              <a:rPr lang="en-US" sz="2000" spc="-75"/>
              <a:t> </a:t>
            </a:r>
            <a:r>
              <a:rPr lang="en-US" sz="2000"/>
              <a:t>includes</a:t>
            </a:r>
            <a:r>
              <a:rPr lang="en-US" sz="2000" spc="-85"/>
              <a:t> </a:t>
            </a:r>
            <a:r>
              <a:rPr lang="en-US" sz="2000" spc="-10"/>
              <a:t>processes.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Requirements</a:t>
            </a:r>
            <a:r>
              <a:rPr lang="en-US" sz="2000" spc="-165"/>
              <a:t> </a:t>
            </a:r>
            <a:r>
              <a:rPr lang="en-US" sz="2000" spc="-10"/>
              <a:t>definition,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Software</a:t>
            </a:r>
            <a:r>
              <a:rPr lang="en-US" sz="2000" spc="-135"/>
              <a:t> </a:t>
            </a:r>
            <a:r>
              <a:rPr lang="en-US" sz="2000" spc="-10"/>
              <a:t>design,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 spc="-10"/>
              <a:t>Coding,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Source</a:t>
            </a:r>
            <a:r>
              <a:rPr lang="en-US" sz="2000" spc="-70"/>
              <a:t> </a:t>
            </a:r>
            <a:r>
              <a:rPr lang="en-US" sz="2000"/>
              <a:t>code</a:t>
            </a:r>
            <a:r>
              <a:rPr lang="en-US" sz="2000" spc="-75"/>
              <a:t> </a:t>
            </a:r>
            <a:r>
              <a:rPr lang="en-US" sz="2000" spc="-10"/>
              <a:t>control,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Code</a:t>
            </a:r>
            <a:r>
              <a:rPr lang="en-US" sz="2000" spc="-65"/>
              <a:t> </a:t>
            </a:r>
            <a:r>
              <a:rPr lang="en-US" sz="2000" spc="-10"/>
              <a:t>reviews,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Change</a:t>
            </a:r>
            <a:r>
              <a:rPr lang="en-US" sz="2000" spc="-95"/>
              <a:t> </a:t>
            </a:r>
            <a:r>
              <a:rPr lang="en-US" sz="2000" spc="-10"/>
              <a:t>management,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Configuration</a:t>
            </a:r>
            <a:r>
              <a:rPr lang="en-US" sz="2000" spc="-155"/>
              <a:t> </a:t>
            </a:r>
            <a:r>
              <a:rPr lang="en-US" sz="2000" spc="-10"/>
              <a:t>management,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 spc="-10"/>
              <a:t>Testing,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Release</a:t>
            </a:r>
            <a:r>
              <a:rPr lang="en-US" sz="2000" spc="-130"/>
              <a:t> </a:t>
            </a:r>
            <a:r>
              <a:rPr lang="en-US" sz="2000"/>
              <a:t>management,</a:t>
            </a:r>
            <a:r>
              <a:rPr lang="en-US" sz="2000" spc="-114"/>
              <a:t> </a:t>
            </a:r>
            <a:r>
              <a:rPr lang="en-US" sz="2000" spc="-25"/>
              <a:t>and</a:t>
            </a:r>
            <a:endParaRPr lang="en-US" sz="2000"/>
          </a:p>
          <a:p>
            <a:pPr marL="755650" lvl="1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lang="en-US" sz="2000"/>
              <a:t>Product</a:t>
            </a:r>
            <a:r>
              <a:rPr lang="en-US" sz="2000" spc="-85"/>
              <a:t> </a:t>
            </a:r>
            <a:r>
              <a:rPr lang="en-US" sz="2000" spc="-10"/>
              <a:t>integration.</a:t>
            </a:r>
            <a:endParaRPr 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891664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marR="2540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A</a:t>
            </a:r>
            <a:r>
              <a:rPr lang="en-US" sz="2200" spc="-45"/>
              <a:t> </a:t>
            </a:r>
            <a:r>
              <a:rPr lang="en-US" sz="2200"/>
              <a:t>quality</a:t>
            </a:r>
            <a:r>
              <a:rPr lang="en-US" sz="2200" spc="-25"/>
              <a:t> </a:t>
            </a:r>
            <a:r>
              <a:rPr lang="en-US" sz="2200"/>
              <a:t>plan</a:t>
            </a:r>
            <a:r>
              <a:rPr lang="en-US" sz="2200" spc="-35"/>
              <a:t> </a:t>
            </a:r>
            <a:r>
              <a:rPr lang="en-US" sz="2200"/>
              <a:t>sets</a:t>
            </a:r>
            <a:r>
              <a:rPr lang="en-US" sz="2200" spc="-50"/>
              <a:t> </a:t>
            </a:r>
            <a:r>
              <a:rPr lang="en-US" sz="2200"/>
              <a:t>out</a:t>
            </a:r>
            <a:r>
              <a:rPr lang="en-US" sz="2200" spc="-45"/>
              <a:t> </a:t>
            </a:r>
            <a:r>
              <a:rPr lang="en-US" sz="2200"/>
              <a:t>the</a:t>
            </a:r>
            <a:r>
              <a:rPr lang="en-US" sz="2200" spc="-40"/>
              <a:t> </a:t>
            </a:r>
            <a:r>
              <a:rPr lang="en-US" sz="2200"/>
              <a:t>desired</a:t>
            </a:r>
            <a:r>
              <a:rPr lang="en-US" sz="2200" spc="-50"/>
              <a:t> </a:t>
            </a:r>
            <a:r>
              <a:rPr lang="en-US" sz="2200" spc="-10"/>
              <a:t>product </a:t>
            </a:r>
            <a:r>
              <a:rPr lang="en-US" sz="2200"/>
              <a:t>qualities</a:t>
            </a:r>
            <a:r>
              <a:rPr lang="en-US" sz="2200" spc="-45"/>
              <a:t> </a:t>
            </a:r>
            <a:r>
              <a:rPr lang="en-US" sz="2200"/>
              <a:t>and</a:t>
            </a:r>
            <a:r>
              <a:rPr lang="en-US" sz="2200" spc="-50"/>
              <a:t> </a:t>
            </a:r>
            <a:r>
              <a:rPr lang="en-US" sz="2200"/>
              <a:t>how</a:t>
            </a:r>
            <a:r>
              <a:rPr lang="en-US" sz="2200" spc="-55"/>
              <a:t> </a:t>
            </a:r>
            <a:r>
              <a:rPr lang="en-US" sz="2200"/>
              <a:t>these</a:t>
            </a:r>
            <a:r>
              <a:rPr lang="en-US" sz="2200" spc="-55"/>
              <a:t> </a:t>
            </a:r>
            <a:r>
              <a:rPr lang="en-US" sz="2200"/>
              <a:t>are</a:t>
            </a:r>
            <a:r>
              <a:rPr lang="en-US" sz="2200" spc="-65"/>
              <a:t> </a:t>
            </a:r>
            <a:r>
              <a:rPr lang="en-US" sz="2200"/>
              <a:t>assessed</a:t>
            </a:r>
            <a:r>
              <a:rPr lang="en-US" sz="2200" spc="-55"/>
              <a:t> </a:t>
            </a:r>
            <a:r>
              <a:rPr lang="en-US" sz="2200" spc="-20"/>
              <a:t>and </a:t>
            </a:r>
            <a:r>
              <a:rPr lang="en-US" sz="2200"/>
              <a:t>define</a:t>
            </a:r>
            <a:r>
              <a:rPr lang="en-US" sz="2200" spc="-80"/>
              <a:t> </a:t>
            </a:r>
            <a:r>
              <a:rPr lang="en-US" sz="2200"/>
              <a:t>the</a:t>
            </a:r>
            <a:r>
              <a:rPr lang="en-US" sz="2200" spc="-75"/>
              <a:t> </a:t>
            </a:r>
            <a:r>
              <a:rPr lang="en-US" sz="2200"/>
              <a:t>most</a:t>
            </a:r>
            <a:r>
              <a:rPr lang="en-US" sz="2200" spc="-75"/>
              <a:t> </a:t>
            </a:r>
            <a:r>
              <a:rPr lang="en-US" sz="2200"/>
              <a:t>significant</a:t>
            </a:r>
            <a:r>
              <a:rPr lang="en-US" sz="2200" spc="-55"/>
              <a:t> </a:t>
            </a:r>
            <a:r>
              <a:rPr lang="en-US" sz="2200"/>
              <a:t>quality</a:t>
            </a:r>
            <a:r>
              <a:rPr lang="en-US" sz="2200" spc="-60"/>
              <a:t> </a:t>
            </a:r>
            <a:r>
              <a:rPr lang="en-US" sz="2200" spc="-10"/>
              <a:t>attributes.</a:t>
            </a:r>
            <a:endParaRPr lang="en-US" sz="2200"/>
          </a:p>
          <a:p>
            <a:pPr marL="355600" marR="112268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It</a:t>
            </a:r>
            <a:r>
              <a:rPr lang="en-US" sz="2200" spc="-45"/>
              <a:t> </a:t>
            </a:r>
            <a:r>
              <a:rPr lang="en-US" sz="2200"/>
              <a:t>should</a:t>
            </a:r>
            <a:r>
              <a:rPr lang="en-US" sz="2200" spc="-30"/>
              <a:t> </a:t>
            </a:r>
            <a:r>
              <a:rPr lang="en-US" sz="2200"/>
              <a:t>define</a:t>
            </a:r>
            <a:r>
              <a:rPr lang="en-US" sz="2200" spc="-50"/>
              <a:t> </a:t>
            </a:r>
            <a:r>
              <a:rPr lang="en-US" sz="2200"/>
              <a:t>the</a:t>
            </a:r>
            <a:r>
              <a:rPr lang="en-US" sz="2200" spc="-45"/>
              <a:t> </a:t>
            </a:r>
            <a:r>
              <a:rPr lang="en-US" sz="2200"/>
              <a:t>quality</a:t>
            </a:r>
            <a:r>
              <a:rPr lang="en-US" sz="2200" spc="-20"/>
              <a:t> </a:t>
            </a:r>
            <a:r>
              <a:rPr lang="en-US" sz="2200" spc="-10"/>
              <a:t>assessment process.</a:t>
            </a:r>
            <a:endParaRPr lang="en-US" sz="2200"/>
          </a:p>
          <a:p>
            <a:pPr marL="355600" marR="508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It</a:t>
            </a:r>
            <a:r>
              <a:rPr lang="en-US" sz="2200" spc="-55"/>
              <a:t> </a:t>
            </a:r>
            <a:r>
              <a:rPr lang="en-US" sz="2200"/>
              <a:t>should</a:t>
            </a:r>
            <a:r>
              <a:rPr lang="en-US" sz="2200" spc="-40"/>
              <a:t> </a:t>
            </a:r>
            <a:r>
              <a:rPr lang="en-US" sz="2200"/>
              <a:t>set</a:t>
            </a:r>
            <a:r>
              <a:rPr lang="en-US" sz="2200" spc="-60"/>
              <a:t> </a:t>
            </a:r>
            <a:r>
              <a:rPr lang="en-US" sz="2200"/>
              <a:t>out</a:t>
            </a:r>
            <a:r>
              <a:rPr lang="en-US" sz="2200" spc="-55"/>
              <a:t> </a:t>
            </a:r>
            <a:r>
              <a:rPr lang="en-US" sz="2200"/>
              <a:t>which</a:t>
            </a:r>
            <a:r>
              <a:rPr lang="en-US" sz="2200" spc="-60"/>
              <a:t> </a:t>
            </a:r>
            <a:r>
              <a:rPr lang="en-US" sz="2200" spc="-10"/>
              <a:t>organisational standards</a:t>
            </a:r>
            <a:r>
              <a:rPr lang="en-US" sz="2200" spc="-45"/>
              <a:t> </a:t>
            </a:r>
            <a:r>
              <a:rPr lang="en-US" sz="2200"/>
              <a:t>should</a:t>
            </a:r>
            <a:r>
              <a:rPr lang="en-US" sz="2200" spc="-50"/>
              <a:t> </a:t>
            </a:r>
            <a:r>
              <a:rPr lang="en-US" sz="2200"/>
              <a:t>be</a:t>
            </a:r>
            <a:r>
              <a:rPr lang="en-US" sz="2200" spc="-60"/>
              <a:t> </a:t>
            </a:r>
            <a:r>
              <a:rPr lang="en-US" sz="2200"/>
              <a:t>applied</a:t>
            </a:r>
            <a:r>
              <a:rPr lang="en-US" sz="2200" spc="-45"/>
              <a:t> </a:t>
            </a:r>
            <a:r>
              <a:rPr lang="en-US" sz="2200"/>
              <a:t>and,</a:t>
            </a:r>
            <a:r>
              <a:rPr lang="en-US" sz="2200" spc="-60"/>
              <a:t> </a:t>
            </a:r>
            <a:r>
              <a:rPr lang="en-US" sz="2200"/>
              <a:t>if</a:t>
            </a:r>
            <a:r>
              <a:rPr lang="en-US" sz="2200" spc="-65"/>
              <a:t> </a:t>
            </a:r>
            <a:r>
              <a:rPr lang="en-US" sz="2200" spc="-10"/>
              <a:t>necessary, </a:t>
            </a:r>
            <a:r>
              <a:rPr lang="en-US" sz="2200"/>
              <a:t>define</a:t>
            </a:r>
            <a:r>
              <a:rPr lang="en-US" sz="2200" spc="-20"/>
              <a:t> </a:t>
            </a:r>
            <a:r>
              <a:rPr lang="en-US" sz="2200"/>
              <a:t>new</a:t>
            </a:r>
            <a:r>
              <a:rPr lang="en-US" sz="2200" spc="-40"/>
              <a:t> </a:t>
            </a:r>
            <a:r>
              <a:rPr lang="en-US" sz="2200" spc="-10"/>
              <a:t>standards.</a:t>
            </a:r>
            <a:endParaRPr lang="en-US"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80160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</a:t>
            </a:r>
            <a:r>
              <a:rPr lang="en-US" sz="5400" kern="1200" spc="-1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Product</a:t>
            </a:r>
            <a:r>
              <a:rPr lang="en-US" sz="2200" spc="-130"/>
              <a:t> </a:t>
            </a:r>
            <a:r>
              <a:rPr lang="en-US" sz="2200" spc="-10"/>
              <a:t>introduction</a:t>
            </a:r>
            <a:endParaRPr lang="en-US" sz="22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Product</a:t>
            </a:r>
            <a:r>
              <a:rPr lang="en-US" sz="2200" spc="-65"/>
              <a:t> </a:t>
            </a:r>
            <a:r>
              <a:rPr lang="en-US" sz="2200" spc="-10"/>
              <a:t>plans</a:t>
            </a:r>
            <a:endParaRPr lang="en-US" sz="22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Process</a:t>
            </a:r>
            <a:r>
              <a:rPr lang="en-US" sz="2200" spc="-110"/>
              <a:t> </a:t>
            </a:r>
            <a:r>
              <a:rPr lang="en-US" sz="2200" spc="-10"/>
              <a:t>descriptions</a:t>
            </a:r>
            <a:endParaRPr lang="en-US" sz="22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5"/>
              <a:t> </a:t>
            </a:r>
            <a:r>
              <a:rPr lang="en-US" sz="2200" spc="-10"/>
              <a:t>goals</a:t>
            </a:r>
            <a:endParaRPr lang="en-US" sz="22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Risks</a:t>
            </a:r>
            <a:r>
              <a:rPr lang="en-US" sz="2200" spc="-45"/>
              <a:t> </a:t>
            </a:r>
            <a:r>
              <a:rPr lang="en-US" sz="2200"/>
              <a:t>and</a:t>
            </a:r>
            <a:r>
              <a:rPr lang="en-US" sz="2200" spc="-30"/>
              <a:t> </a:t>
            </a:r>
            <a:r>
              <a:rPr lang="en-US" sz="2200"/>
              <a:t>risk</a:t>
            </a:r>
            <a:r>
              <a:rPr lang="en-US" sz="2200" spc="-45"/>
              <a:t> </a:t>
            </a:r>
            <a:r>
              <a:rPr lang="en-US" sz="2200" spc="-10"/>
              <a:t>management</a:t>
            </a:r>
            <a:endParaRPr lang="en-US" sz="2200"/>
          </a:p>
          <a:p>
            <a:pPr marL="355600" marR="158750" indent="-22860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200"/>
              <a:t>Quality</a:t>
            </a:r>
            <a:r>
              <a:rPr lang="en-US" sz="2200" spc="-45"/>
              <a:t> </a:t>
            </a:r>
            <a:r>
              <a:rPr lang="en-US" sz="2200"/>
              <a:t>plans</a:t>
            </a:r>
            <a:r>
              <a:rPr lang="en-US" sz="2200" spc="-60"/>
              <a:t> </a:t>
            </a:r>
            <a:r>
              <a:rPr lang="en-US" sz="2200"/>
              <a:t>should</a:t>
            </a:r>
            <a:r>
              <a:rPr lang="en-US" sz="2200" spc="-35"/>
              <a:t> </a:t>
            </a:r>
            <a:r>
              <a:rPr lang="en-US" sz="2200"/>
              <a:t>be</a:t>
            </a:r>
            <a:r>
              <a:rPr lang="en-US" sz="2200" spc="-55"/>
              <a:t> </a:t>
            </a:r>
            <a:r>
              <a:rPr lang="en-US" sz="2200"/>
              <a:t>short,</a:t>
            </a:r>
            <a:r>
              <a:rPr lang="en-US" sz="2200" spc="-60"/>
              <a:t> </a:t>
            </a:r>
            <a:r>
              <a:rPr lang="en-US" sz="2200" spc="-10"/>
              <a:t>succinct documents</a:t>
            </a:r>
            <a:endParaRPr lang="en-US" sz="2200"/>
          </a:p>
          <a:p>
            <a:pPr marL="469900" indent="-228600">
              <a:lnSpc>
                <a:spcPct val="90000"/>
              </a:lnSpc>
              <a:spcBef>
                <a:spcPts val="690"/>
              </a:spcBef>
              <a:buFont typeface="Arial" panose="020B0604020202020204" pitchFamily="34" charset="0"/>
              <a:buChar char="•"/>
            </a:pPr>
            <a:r>
              <a:rPr lang="en-US" sz="2200"/>
              <a:t>–</a:t>
            </a:r>
            <a:r>
              <a:rPr lang="en-US" sz="2200" spc="-125"/>
              <a:t> </a:t>
            </a:r>
            <a:r>
              <a:rPr lang="en-US" sz="2200"/>
              <a:t>If</a:t>
            </a:r>
            <a:r>
              <a:rPr lang="en-US" sz="2200" spc="-45"/>
              <a:t> </a:t>
            </a:r>
            <a:r>
              <a:rPr lang="en-US" sz="2200"/>
              <a:t>they</a:t>
            </a:r>
            <a:r>
              <a:rPr lang="en-US" sz="2200" spc="-30"/>
              <a:t> </a:t>
            </a:r>
            <a:r>
              <a:rPr lang="en-US" sz="2200"/>
              <a:t>are</a:t>
            </a:r>
            <a:r>
              <a:rPr lang="en-US" sz="2200" spc="-40"/>
              <a:t> </a:t>
            </a:r>
            <a:r>
              <a:rPr lang="en-US" sz="2200"/>
              <a:t>too</a:t>
            </a:r>
            <a:r>
              <a:rPr lang="en-US" sz="2200" spc="-40"/>
              <a:t> </a:t>
            </a:r>
            <a:r>
              <a:rPr lang="en-US" sz="2200"/>
              <a:t>long,</a:t>
            </a:r>
            <a:r>
              <a:rPr lang="en-US" sz="2200" spc="-40"/>
              <a:t> </a:t>
            </a:r>
            <a:r>
              <a:rPr lang="en-US" sz="2200" spc="-20"/>
              <a:t>no-</a:t>
            </a:r>
            <a:r>
              <a:rPr lang="en-US" sz="2200"/>
              <a:t>one</a:t>
            </a:r>
            <a:r>
              <a:rPr lang="en-US" sz="2200" spc="-5"/>
              <a:t> </a:t>
            </a:r>
            <a:r>
              <a:rPr lang="en-US" sz="2200"/>
              <a:t>will</a:t>
            </a:r>
            <a:r>
              <a:rPr lang="en-US" sz="2200" spc="-40"/>
              <a:t> </a:t>
            </a:r>
            <a:r>
              <a:rPr lang="en-US" sz="2200"/>
              <a:t>read</a:t>
            </a:r>
            <a:r>
              <a:rPr lang="en-US" sz="2200" spc="-40"/>
              <a:t> </a:t>
            </a:r>
            <a:r>
              <a:rPr lang="en-US" sz="2200" spc="-20"/>
              <a:t>them</a:t>
            </a:r>
            <a:endParaRPr lang="en-US"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70760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4965" marR="5080" indent="-228600">
              <a:lnSpc>
                <a:spcPct val="90000"/>
              </a:lnSpc>
              <a:spcBef>
                <a:spcPts val="53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200"/>
              <a:t>quality</a:t>
            </a:r>
            <a:r>
              <a:rPr lang="en-US" sz="2200" spc="-80"/>
              <a:t> </a:t>
            </a:r>
            <a:r>
              <a:rPr lang="en-US" sz="2200" spc="-10"/>
              <a:t>standards</a:t>
            </a:r>
            <a:r>
              <a:rPr lang="en-US" sz="2200" spc="-90"/>
              <a:t> </a:t>
            </a:r>
            <a:r>
              <a:rPr lang="en-US" sz="2200"/>
              <a:t>and</a:t>
            </a:r>
            <a:r>
              <a:rPr lang="en-US" sz="2200" spc="-95"/>
              <a:t> </a:t>
            </a:r>
            <a:r>
              <a:rPr lang="en-US" sz="2200"/>
              <a:t>procedures</a:t>
            </a:r>
            <a:r>
              <a:rPr lang="en-US" sz="2200" spc="-130"/>
              <a:t> </a:t>
            </a:r>
            <a:r>
              <a:rPr lang="en-US" sz="2200" spc="-10"/>
              <a:t>should </a:t>
            </a:r>
            <a:r>
              <a:rPr lang="en-US" sz="2200"/>
              <a:t>be</a:t>
            </a:r>
            <a:r>
              <a:rPr lang="en-US" sz="2200" spc="-70"/>
              <a:t> </a:t>
            </a:r>
            <a:r>
              <a:rPr lang="en-US" sz="2200"/>
              <a:t>documented</a:t>
            </a:r>
            <a:r>
              <a:rPr lang="en-US" sz="2200" spc="-50"/>
              <a:t> </a:t>
            </a:r>
            <a:r>
              <a:rPr lang="en-US" sz="2200"/>
              <a:t>in</a:t>
            </a:r>
            <a:r>
              <a:rPr lang="en-US" sz="2200" spc="-70"/>
              <a:t> </a:t>
            </a:r>
            <a:r>
              <a:rPr lang="en-US" sz="2200"/>
              <a:t>an</a:t>
            </a:r>
            <a:r>
              <a:rPr lang="en-US" sz="2200" spc="-70"/>
              <a:t> </a:t>
            </a:r>
            <a:r>
              <a:rPr lang="en-US" sz="2200" spc="-10"/>
              <a:t>organization’s </a:t>
            </a:r>
            <a:r>
              <a:rPr lang="en-US" sz="2200" i="1"/>
              <a:t>quality</a:t>
            </a:r>
            <a:r>
              <a:rPr lang="en-US" sz="2200" i="1" spc="-80"/>
              <a:t> </a:t>
            </a:r>
            <a:r>
              <a:rPr lang="en-US" sz="2200" i="1" spc="-10"/>
              <a:t>manual</a:t>
            </a:r>
            <a:endParaRPr lang="en-US" sz="2200"/>
          </a:p>
          <a:p>
            <a:pPr marL="354965" marR="613410" indent="-22860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200"/>
              <a:t>for</a:t>
            </a:r>
            <a:r>
              <a:rPr lang="en-US" sz="2200" spc="-70"/>
              <a:t> </a:t>
            </a:r>
            <a:r>
              <a:rPr lang="en-US" sz="2200"/>
              <a:t>each</a:t>
            </a:r>
            <a:r>
              <a:rPr lang="en-US" sz="2200" spc="-75"/>
              <a:t> </a:t>
            </a:r>
            <a:r>
              <a:rPr lang="en-US" sz="2200"/>
              <a:t>separate</a:t>
            </a:r>
            <a:r>
              <a:rPr lang="en-US" sz="2200" spc="-65"/>
              <a:t> </a:t>
            </a:r>
            <a:r>
              <a:rPr lang="en-US" sz="2200"/>
              <a:t>project,</a:t>
            </a:r>
            <a:r>
              <a:rPr lang="en-US" sz="2200" spc="-85"/>
              <a:t> </a:t>
            </a:r>
            <a:r>
              <a:rPr lang="en-US" sz="2200"/>
              <a:t>the</a:t>
            </a:r>
            <a:r>
              <a:rPr lang="en-US" sz="2200" spc="-75"/>
              <a:t> </a:t>
            </a:r>
            <a:r>
              <a:rPr lang="en-US" sz="2200" spc="-10"/>
              <a:t>quality </a:t>
            </a:r>
            <a:r>
              <a:rPr lang="en-US" sz="2200"/>
              <a:t>needs</a:t>
            </a:r>
            <a:r>
              <a:rPr lang="en-US" sz="2200" spc="-55"/>
              <a:t> </a:t>
            </a:r>
            <a:r>
              <a:rPr lang="en-US" sz="2200"/>
              <a:t>should</a:t>
            </a:r>
            <a:r>
              <a:rPr lang="en-US" sz="2200" spc="-15"/>
              <a:t> </a:t>
            </a:r>
            <a:r>
              <a:rPr lang="en-US" sz="2200"/>
              <a:t>be</a:t>
            </a:r>
            <a:r>
              <a:rPr lang="en-US" sz="2200" spc="-40"/>
              <a:t> </a:t>
            </a:r>
            <a:r>
              <a:rPr lang="en-US" sz="2200" spc="-10"/>
              <a:t>assessed</a:t>
            </a:r>
            <a:endParaRPr lang="en-US" sz="2200"/>
          </a:p>
          <a:p>
            <a:pPr marL="354965" marR="99695" indent="-228600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200"/>
              <a:t>select</a:t>
            </a:r>
            <a:r>
              <a:rPr lang="en-US" sz="2200" spc="-55"/>
              <a:t> </a:t>
            </a:r>
            <a:r>
              <a:rPr lang="en-US" sz="2200"/>
              <a:t>the</a:t>
            </a:r>
            <a:r>
              <a:rPr lang="en-US" sz="2200" spc="-35"/>
              <a:t> </a:t>
            </a:r>
            <a:r>
              <a:rPr lang="en-US" sz="2200"/>
              <a:t>level</a:t>
            </a:r>
            <a:r>
              <a:rPr lang="en-US" sz="2200" spc="-60"/>
              <a:t> </a:t>
            </a:r>
            <a:r>
              <a:rPr lang="en-US" sz="2200"/>
              <a:t>of</a:t>
            </a:r>
            <a:r>
              <a:rPr lang="en-US" sz="2200" spc="-35"/>
              <a:t> </a:t>
            </a:r>
            <a:r>
              <a:rPr lang="en-US" sz="2200"/>
              <a:t>quality</a:t>
            </a:r>
            <a:r>
              <a:rPr lang="en-US" sz="2200" spc="-10"/>
              <a:t> assurance </a:t>
            </a:r>
            <a:r>
              <a:rPr lang="en-US" sz="2200"/>
              <a:t>needed</a:t>
            </a:r>
            <a:r>
              <a:rPr lang="en-US" sz="2200" spc="-65"/>
              <a:t> </a:t>
            </a:r>
            <a:r>
              <a:rPr lang="en-US" sz="2200"/>
              <a:t>for</a:t>
            </a:r>
            <a:r>
              <a:rPr lang="en-US" sz="2200" spc="-45"/>
              <a:t> </a:t>
            </a:r>
            <a:r>
              <a:rPr lang="en-US" sz="2200"/>
              <a:t>the</a:t>
            </a:r>
            <a:r>
              <a:rPr lang="en-US" sz="2200" spc="-50"/>
              <a:t> </a:t>
            </a:r>
            <a:r>
              <a:rPr lang="en-US" sz="2200"/>
              <a:t>project</a:t>
            </a:r>
            <a:r>
              <a:rPr lang="en-US" sz="2200" spc="-65"/>
              <a:t> </a:t>
            </a:r>
            <a:r>
              <a:rPr lang="en-US" sz="2200"/>
              <a:t>and</a:t>
            </a:r>
            <a:r>
              <a:rPr lang="en-US" sz="2200" spc="-50"/>
              <a:t> </a:t>
            </a:r>
            <a:r>
              <a:rPr lang="en-US" sz="2200"/>
              <a:t>document</a:t>
            </a:r>
            <a:r>
              <a:rPr lang="en-US" sz="2200" spc="-35"/>
              <a:t> in </a:t>
            </a:r>
            <a:r>
              <a:rPr lang="en-US" sz="2200"/>
              <a:t>a</a:t>
            </a:r>
            <a:r>
              <a:rPr lang="en-US" sz="2200" spc="-60"/>
              <a:t> </a:t>
            </a:r>
            <a:r>
              <a:rPr lang="en-US" sz="2200" i="1"/>
              <a:t>quality</a:t>
            </a:r>
            <a:r>
              <a:rPr lang="en-US" sz="2200" i="1" spc="-30"/>
              <a:t> </a:t>
            </a:r>
            <a:r>
              <a:rPr lang="en-US" sz="2200" i="1" spc="-20"/>
              <a:t>plan</a:t>
            </a:r>
            <a:endParaRPr lang="en-US"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>
              <a:spcAft>
                <a:spcPts val="600"/>
              </a:spcAft>
            </a:pPr>
            <a:fld id="{81D60167-4931-47E6-BA6A-407CBD079E47}" type="slidenum">
              <a:rPr lang="en-US" spc="-25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24</a:t>
            </a:fld>
            <a:endParaRPr lang="en-US" spc="-25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71755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Typical</a:t>
            </a:r>
            <a:r>
              <a:rPr lang="en-US" sz="5400" kern="1200" spc="-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  <a:r>
              <a:rPr lang="en-US" sz="5400" kern="1200" spc="-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5400" kern="1200" spc="-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5400" kern="1200" spc="-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quality</a:t>
            </a:r>
            <a:r>
              <a:rPr lang="en-US" sz="5400" kern="1200" spc="-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56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scope</a:t>
            </a:r>
            <a:r>
              <a:rPr lang="en-US" sz="1700" spc="-35"/>
              <a:t> </a:t>
            </a:r>
            <a:r>
              <a:rPr lang="en-US" sz="1700"/>
              <a:t>of</a:t>
            </a:r>
            <a:r>
              <a:rPr lang="en-US" sz="1700" spc="-15"/>
              <a:t> </a:t>
            </a:r>
            <a:r>
              <a:rPr lang="en-US" sz="1700" spc="-20"/>
              <a:t>plan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10"/>
              <a:t>references</a:t>
            </a:r>
            <a:r>
              <a:rPr lang="en-US" sz="1700" spc="-95"/>
              <a:t> </a:t>
            </a:r>
            <a:r>
              <a:rPr lang="en-US" sz="1700"/>
              <a:t>to</a:t>
            </a:r>
            <a:r>
              <a:rPr lang="en-US" sz="1700" spc="-60"/>
              <a:t> </a:t>
            </a:r>
            <a:r>
              <a:rPr lang="en-US" sz="1700"/>
              <a:t>other</a:t>
            </a:r>
            <a:r>
              <a:rPr lang="en-US" sz="1700" spc="-60"/>
              <a:t> </a:t>
            </a:r>
            <a:r>
              <a:rPr lang="en-US" sz="1700" spc="-10"/>
              <a:t>documents</a:t>
            </a:r>
            <a:endParaRPr lang="en-US" sz="1700"/>
          </a:p>
          <a:p>
            <a:pPr marL="355600" marR="508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quality</a:t>
            </a:r>
            <a:r>
              <a:rPr lang="en-US" sz="1700" spc="-130"/>
              <a:t> </a:t>
            </a:r>
            <a:r>
              <a:rPr lang="en-US" sz="1700"/>
              <a:t>management,</a:t>
            </a:r>
            <a:r>
              <a:rPr lang="en-US" sz="1700" spc="-140"/>
              <a:t> </a:t>
            </a:r>
            <a:r>
              <a:rPr lang="en-US" sz="1700"/>
              <a:t>including</a:t>
            </a:r>
            <a:r>
              <a:rPr lang="en-US" sz="1700" spc="-114"/>
              <a:t> </a:t>
            </a:r>
            <a:r>
              <a:rPr lang="en-US" sz="1700" spc="-10"/>
              <a:t>organization, </a:t>
            </a:r>
            <a:r>
              <a:rPr lang="en-US" sz="1700"/>
              <a:t>tasks,</a:t>
            </a:r>
            <a:r>
              <a:rPr lang="en-US" sz="1700" spc="-80"/>
              <a:t> </a:t>
            </a:r>
            <a:r>
              <a:rPr lang="en-US" sz="1700"/>
              <a:t>and</a:t>
            </a:r>
            <a:r>
              <a:rPr lang="en-US" sz="1700" spc="-70"/>
              <a:t> </a:t>
            </a:r>
            <a:r>
              <a:rPr lang="en-US" sz="1700" spc="-10"/>
              <a:t>responsibilities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20"/>
              <a:t>documentation</a:t>
            </a:r>
            <a:r>
              <a:rPr lang="en-US" sz="1700" spc="-35"/>
              <a:t> </a:t>
            </a:r>
            <a:r>
              <a:rPr lang="en-US" sz="1700"/>
              <a:t>to</a:t>
            </a:r>
            <a:r>
              <a:rPr lang="en-US" sz="1700" spc="-45"/>
              <a:t> </a:t>
            </a:r>
            <a:r>
              <a:rPr lang="en-US" sz="1700"/>
              <a:t>be</a:t>
            </a:r>
            <a:r>
              <a:rPr lang="en-US" sz="1700" spc="-50"/>
              <a:t> </a:t>
            </a:r>
            <a:r>
              <a:rPr lang="en-US" sz="1700" spc="-10"/>
              <a:t>produced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10"/>
              <a:t>standards,</a:t>
            </a:r>
            <a:r>
              <a:rPr lang="en-US" sz="1700" spc="-90"/>
              <a:t> </a:t>
            </a:r>
            <a:r>
              <a:rPr lang="en-US" sz="1700"/>
              <a:t>practices</a:t>
            </a:r>
            <a:r>
              <a:rPr lang="en-US" sz="1700" spc="-120"/>
              <a:t> </a:t>
            </a:r>
            <a:r>
              <a:rPr lang="en-US" sz="1700"/>
              <a:t>and</a:t>
            </a:r>
            <a:r>
              <a:rPr lang="en-US" sz="1700" spc="-100"/>
              <a:t> </a:t>
            </a:r>
            <a:r>
              <a:rPr lang="en-US" sz="1700" spc="-10"/>
              <a:t>conventions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reviews</a:t>
            </a:r>
            <a:r>
              <a:rPr lang="en-US" sz="1700" spc="-125"/>
              <a:t> </a:t>
            </a:r>
            <a:r>
              <a:rPr lang="en-US" sz="1700"/>
              <a:t>and</a:t>
            </a:r>
            <a:r>
              <a:rPr lang="en-US" sz="1700" spc="-75"/>
              <a:t> </a:t>
            </a:r>
            <a:r>
              <a:rPr lang="en-US" sz="1700" spc="-10"/>
              <a:t>audits</a:t>
            </a:r>
          </a:p>
          <a:p>
            <a:pPr marL="3556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scope</a:t>
            </a:r>
            <a:r>
              <a:rPr lang="en-US" sz="1700" spc="-35"/>
              <a:t> </a:t>
            </a:r>
            <a:r>
              <a:rPr lang="en-US" sz="1700"/>
              <a:t>of</a:t>
            </a:r>
            <a:r>
              <a:rPr lang="en-US" sz="1700" spc="-15"/>
              <a:t> </a:t>
            </a:r>
            <a:r>
              <a:rPr lang="en-US" sz="1700" spc="-20"/>
              <a:t>plan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10"/>
              <a:t>references</a:t>
            </a:r>
            <a:r>
              <a:rPr lang="en-US" sz="1700" spc="-95"/>
              <a:t> </a:t>
            </a:r>
            <a:r>
              <a:rPr lang="en-US" sz="1700"/>
              <a:t>to</a:t>
            </a:r>
            <a:r>
              <a:rPr lang="en-US" sz="1700" spc="-60"/>
              <a:t> </a:t>
            </a:r>
            <a:r>
              <a:rPr lang="en-US" sz="1700"/>
              <a:t>other</a:t>
            </a:r>
            <a:r>
              <a:rPr lang="en-US" sz="1700" spc="-60"/>
              <a:t> </a:t>
            </a:r>
            <a:r>
              <a:rPr lang="en-US" sz="1700" spc="-10"/>
              <a:t>documents</a:t>
            </a:r>
            <a:endParaRPr lang="en-US" sz="1700"/>
          </a:p>
          <a:p>
            <a:pPr marL="355600" marR="508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quality</a:t>
            </a:r>
            <a:r>
              <a:rPr lang="en-US" sz="1700" spc="-130"/>
              <a:t> </a:t>
            </a:r>
            <a:r>
              <a:rPr lang="en-US" sz="1700"/>
              <a:t>management,</a:t>
            </a:r>
            <a:r>
              <a:rPr lang="en-US" sz="1700" spc="-140"/>
              <a:t> </a:t>
            </a:r>
            <a:r>
              <a:rPr lang="en-US" sz="1700"/>
              <a:t>including</a:t>
            </a:r>
            <a:r>
              <a:rPr lang="en-US" sz="1700" spc="-114"/>
              <a:t> </a:t>
            </a:r>
            <a:r>
              <a:rPr lang="en-US" sz="1700" spc="-10"/>
              <a:t>organization, </a:t>
            </a:r>
            <a:r>
              <a:rPr lang="en-US" sz="1700"/>
              <a:t>tasks,</a:t>
            </a:r>
            <a:r>
              <a:rPr lang="en-US" sz="1700" spc="-80"/>
              <a:t> </a:t>
            </a:r>
            <a:r>
              <a:rPr lang="en-US" sz="1700"/>
              <a:t>and</a:t>
            </a:r>
            <a:r>
              <a:rPr lang="en-US" sz="1700" spc="-70"/>
              <a:t> </a:t>
            </a:r>
            <a:r>
              <a:rPr lang="en-US" sz="1700" spc="-10"/>
              <a:t>responsibilities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20"/>
              <a:t>documentation</a:t>
            </a:r>
            <a:r>
              <a:rPr lang="en-US" sz="1700" spc="-35"/>
              <a:t> </a:t>
            </a:r>
            <a:r>
              <a:rPr lang="en-US" sz="1700"/>
              <a:t>to</a:t>
            </a:r>
            <a:r>
              <a:rPr lang="en-US" sz="1700" spc="-45"/>
              <a:t> </a:t>
            </a:r>
            <a:r>
              <a:rPr lang="en-US" sz="1700"/>
              <a:t>be</a:t>
            </a:r>
            <a:r>
              <a:rPr lang="en-US" sz="1700" spc="-50"/>
              <a:t> </a:t>
            </a:r>
            <a:r>
              <a:rPr lang="en-US" sz="1700" spc="-10"/>
              <a:t>produced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 spc="-10"/>
              <a:t>standards,</a:t>
            </a:r>
            <a:r>
              <a:rPr lang="en-US" sz="1700" spc="-90"/>
              <a:t> </a:t>
            </a:r>
            <a:r>
              <a:rPr lang="en-US" sz="1700"/>
              <a:t>practices</a:t>
            </a:r>
            <a:r>
              <a:rPr lang="en-US" sz="1700" spc="-120"/>
              <a:t> </a:t>
            </a:r>
            <a:r>
              <a:rPr lang="en-US" sz="1700"/>
              <a:t>and</a:t>
            </a:r>
            <a:r>
              <a:rPr lang="en-US" sz="1700" spc="-100"/>
              <a:t> </a:t>
            </a:r>
            <a:r>
              <a:rPr lang="en-US" sz="1700" spc="-10"/>
              <a:t>conventions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700"/>
              <a:t>reviews</a:t>
            </a:r>
            <a:r>
              <a:rPr lang="en-US" sz="1700" spc="-125"/>
              <a:t> </a:t>
            </a:r>
            <a:r>
              <a:rPr lang="en-US" sz="1700"/>
              <a:t>and</a:t>
            </a:r>
            <a:r>
              <a:rPr lang="en-US" sz="1700" spc="-75"/>
              <a:t> </a:t>
            </a:r>
            <a:r>
              <a:rPr lang="en-US" sz="1700" spc="-10"/>
              <a:t>audits</a:t>
            </a:r>
            <a:endParaRPr lang="en-US" sz="1700"/>
          </a:p>
          <a:p>
            <a:pPr marL="355600" indent="-22860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endParaRPr lang="en-US" sz="1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>
              <a:spcAft>
                <a:spcPts val="600"/>
              </a:spcAft>
            </a:pPr>
            <a:fld id="{81D60167-4931-47E6-BA6A-407CBD079E47}" type="slidenum">
              <a:rPr lang="en-US" spc="-25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25</a:t>
            </a:fld>
            <a:endParaRPr lang="en-US" spc="-25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7401" y="4800092"/>
            <a:ext cx="132715" cy="305435"/>
          </a:xfrm>
          <a:custGeom>
            <a:avLst/>
            <a:gdLst/>
            <a:ahLst/>
            <a:cxnLst/>
            <a:rect l="l" t="t" r="r" b="b"/>
            <a:pathLst>
              <a:path w="132714" h="305435">
                <a:moveTo>
                  <a:pt x="15366" y="176656"/>
                </a:moveTo>
                <a:lnTo>
                  <a:pt x="8762" y="180847"/>
                </a:lnTo>
                <a:lnTo>
                  <a:pt x="2032" y="185038"/>
                </a:lnTo>
                <a:lnTo>
                  <a:pt x="0" y="193801"/>
                </a:lnTo>
                <a:lnTo>
                  <a:pt x="69850" y="305434"/>
                </a:lnTo>
                <a:lnTo>
                  <a:pt x="84977" y="277494"/>
                </a:lnTo>
                <a:lnTo>
                  <a:pt x="54737" y="277494"/>
                </a:lnTo>
                <a:lnTo>
                  <a:pt x="53090" y="224756"/>
                </a:lnTo>
                <a:lnTo>
                  <a:pt x="28448" y="185292"/>
                </a:lnTo>
                <a:lnTo>
                  <a:pt x="24257" y="178688"/>
                </a:lnTo>
                <a:lnTo>
                  <a:pt x="15366" y="176656"/>
                </a:lnTo>
                <a:close/>
              </a:path>
              <a:path w="132714" h="305435">
                <a:moveTo>
                  <a:pt x="53090" y="224756"/>
                </a:moveTo>
                <a:lnTo>
                  <a:pt x="54709" y="276605"/>
                </a:lnTo>
                <a:lnTo>
                  <a:pt x="54737" y="277494"/>
                </a:lnTo>
                <a:lnTo>
                  <a:pt x="83185" y="276605"/>
                </a:lnTo>
                <a:lnTo>
                  <a:pt x="82986" y="270255"/>
                </a:lnTo>
                <a:lnTo>
                  <a:pt x="56387" y="270255"/>
                </a:lnTo>
                <a:lnTo>
                  <a:pt x="68068" y="248742"/>
                </a:lnTo>
                <a:lnTo>
                  <a:pt x="53090" y="224756"/>
                </a:lnTo>
                <a:close/>
              </a:path>
              <a:path w="132714" h="305435">
                <a:moveTo>
                  <a:pt x="116204" y="173481"/>
                </a:moveTo>
                <a:lnTo>
                  <a:pt x="107441" y="176021"/>
                </a:lnTo>
                <a:lnTo>
                  <a:pt x="103759" y="183006"/>
                </a:lnTo>
                <a:lnTo>
                  <a:pt x="81540" y="223929"/>
                </a:lnTo>
                <a:lnTo>
                  <a:pt x="83185" y="276605"/>
                </a:lnTo>
                <a:lnTo>
                  <a:pt x="54737" y="277494"/>
                </a:lnTo>
                <a:lnTo>
                  <a:pt x="84977" y="277494"/>
                </a:lnTo>
                <a:lnTo>
                  <a:pt x="128777" y="196595"/>
                </a:lnTo>
                <a:lnTo>
                  <a:pt x="132587" y="189610"/>
                </a:lnTo>
                <a:lnTo>
                  <a:pt x="130048" y="180974"/>
                </a:lnTo>
                <a:lnTo>
                  <a:pt x="116204" y="173481"/>
                </a:lnTo>
                <a:close/>
              </a:path>
              <a:path w="132714" h="305435">
                <a:moveTo>
                  <a:pt x="68068" y="248742"/>
                </a:moveTo>
                <a:lnTo>
                  <a:pt x="56387" y="270255"/>
                </a:lnTo>
                <a:lnTo>
                  <a:pt x="81025" y="269493"/>
                </a:lnTo>
                <a:lnTo>
                  <a:pt x="68068" y="248742"/>
                </a:lnTo>
                <a:close/>
              </a:path>
              <a:path w="132714" h="305435">
                <a:moveTo>
                  <a:pt x="81540" y="223929"/>
                </a:moveTo>
                <a:lnTo>
                  <a:pt x="68068" y="248742"/>
                </a:lnTo>
                <a:lnTo>
                  <a:pt x="81025" y="269493"/>
                </a:lnTo>
                <a:lnTo>
                  <a:pt x="56387" y="270255"/>
                </a:lnTo>
                <a:lnTo>
                  <a:pt x="82986" y="270255"/>
                </a:lnTo>
                <a:lnTo>
                  <a:pt x="81566" y="224756"/>
                </a:lnTo>
                <a:lnTo>
                  <a:pt x="81540" y="223929"/>
                </a:lnTo>
                <a:close/>
              </a:path>
              <a:path w="132714" h="305435">
                <a:moveTo>
                  <a:pt x="74549" y="0"/>
                </a:moveTo>
                <a:lnTo>
                  <a:pt x="46100" y="888"/>
                </a:lnTo>
                <a:lnTo>
                  <a:pt x="53064" y="223929"/>
                </a:lnTo>
                <a:lnTo>
                  <a:pt x="53090" y="224756"/>
                </a:lnTo>
                <a:lnTo>
                  <a:pt x="68068" y="248742"/>
                </a:lnTo>
                <a:lnTo>
                  <a:pt x="81540" y="223929"/>
                </a:lnTo>
                <a:lnTo>
                  <a:pt x="74576" y="888"/>
                </a:lnTo>
                <a:lnTo>
                  <a:pt x="74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67401" y="5714556"/>
            <a:ext cx="132715" cy="305435"/>
          </a:xfrm>
          <a:custGeom>
            <a:avLst/>
            <a:gdLst/>
            <a:ahLst/>
            <a:cxnLst/>
            <a:rect l="l" t="t" r="r" b="b"/>
            <a:pathLst>
              <a:path w="132714" h="305435">
                <a:moveTo>
                  <a:pt x="15366" y="176542"/>
                </a:moveTo>
                <a:lnTo>
                  <a:pt x="8762" y="180733"/>
                </a:lnTo>
                <a:lnTo>
                  <a:pt x="2032" y="184924"/>
                </a:lnTo>
                <a:lnTo>
                  <a:pt x="0" y="193738"/>
                </a:lnTo>
                <a:lnTo>
                  <a:pt x="69850" y="305307"/>
                </a:lnTo>
                <a:lnTo>
                  <a:pt x="84958" y="277418"/>
                </a:lnTo>
                <a:lnTo>
                  <a:pt x="54737" y="277418"/>
                </a:lnTo>
                <a:lnTo>
                  <a:pt x="53090" y="224702"/>
                </a:lnTo>
                <a:lnTo>
                  <a:pt x="24257" y="178574"/>
                </a:lnTo>
                <a:lnTo>
                  <a:pt x="15366" y="176542"/>
                </a:lnTo>
                <a:close/>
              </a:path>
              <a:path w="132714" h="305435">
                <a:moveTo>
                  <a:pt x="53090" y="224702"/>
                </a:moveTo>
                <a:lnTo>
                  <a:pt x="54708" y="276517"/>
                </a:lnTo>
                <a:lnTo>
                  <a:pt x="54737" y="277418"/>
                </a:lnTo>
                <a:lnTo>
                  <a:pt x="83185" y="276517"/>
                </a:lnTo>
                <a:lnTo>
                  <a:pt x="82986" y="270154"/>
                </a:lnTo>
                <a:lnTo>
                  <a:pt x="56387" y="270154"/>
                </a:lnTo>
                <a:lnTo>
                  <a:pt x="68062" y="248654"/>
                </a:lnTo>
                <a:lnTo>
                  <a:pt x="53090" y="224702"/>
                </a:lnTo>
                <a:close/>
              </a:path>
              <a:path w="132714" h="305435">
                <a:moveTo>
                  <a:pt x="116204" y="173405"/>
                </a:moveTo>
                <a:lnTo>
                  <a:pt x="107441" y="175971"/>
                </a:lnTo>
                <a:lnTo>
                  <a:pt x="103759" y="182918"/>
                </a:lnTo>
                <a:lnTo>
                  <a:pt x="81539" y="223836"/>
                </a:lnTo>
                <a:lnTo>
                  <a:pt x="83185" y="276517"/>
                </a:lnTo>
                <a:lnTo>
                  <a:pt x="54737" y="277418"/>
                </a:lnTo>
                <a:lnTo>
                  <a:pt x="84958" y="277418"/>
                </a:lnTo>
                <a:lnTo>
                  <a:pt x="128777" y="196532"/>
                </a:lnTo>
                <a:lnTo>
                  <a:pt x="132587" y="189598"/>
                </a:lnTo>
                <a:lnTo>
                  <a:pt x="130048" y="180924"/>
                </a:lnTo>
                <a:lnTo>
                  <a:pt x="116204" y="173405"/>
                </a:lnTo>
                <a:close/>
              </a:path>
              <a:path w="132714" h="305435">
                <a:moveTo>
                  <a:pt x="68062" y="248654"/>
                </a:moveTo>
                <a:lnTo>
                  <a:pt x="56387" y="270154"/>
                </a:lnTo>
                <a:lnTo>
                  <a:pt x="81025" y="269392"/>
                </a:lnTo>
                <a:lnTo>
                  <a:pt x="68062" y="248654"/>
                </a:lnTo>
                <a:close/>
              </a:path>
              <a:path w="132714" h="305435">
                <a:moveTo>
                  <a:pt x="81539" y="223836"/>
                </a:moveTo>
                <a:lnTo>
                  <a:pt x="68062" y="248654"/>
                </a:lnTo>
                <a:lnTo>
                  <a:pt x="81025" y="269392"/>
                </a:lnTo>
                <a:lnTo>
                  <a:pt x="56387" y="270154"/>
                </a:lnTo>
                <a:lnTo>
                  <a:pt x="82986" y="270154"/>
                </a:lnTo>
                <a:lnTo>
                  <a:pt x="81566" y="224702"/>
                </a:lnTo>
                <a:lnTo>
                  <a:pt x="81539" y="223836"/>
                </a:lnTo>
                <a:close/>
              </a:path>
              <a:path w="132714" h="305435">
                <a:moveTo>
                  <a:pt x="74549" y="0"/>
                </a:moveTo>
                <a:lnTo>
                  <a:pt x="46100" y="888"/>
                </a:lnTo>
                <a:lnTo>
                  <a:pt x="53063" y="223836"/>
                </a:lnTo>
                <a:lnTo>
                  <a:pt x="53090" y="224702"/>
                </a:lnTo>
                <a:lnTo>
                  <a:pt x="68062" y="248654"/>
                </a:lnTo>
                <a:lnTo>
                  <a:pt x="81539" y="223836"/>
                </a:lnTo>
                <a:lnTo>
                  <a:pt x="74576" y="888"/>
                </a:lnTo>
                <a:lnTo>
                  <a:pt x="74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67401" y="3885692"/>
            <a:ext cx="132715" cy="305435"/>
          </a:xfrm>
          <a:custGeom>
            <a:avLst/>
            <a:gdLst/>
            <a:ahLst/>
            <a:cxnLst/>
            <a:rect l="l" t="t" r="r" b="b"/>
            <a:pathLst>
              <a:path w="132714" h="305435">
                <a:moveTo>
                  <a:pt x="15366" y="176656"/>
                </a:moveTo>
                <a:lnTo>
                  <a:pt x="8762" y="180847"/>
                </a:lnTo>
                <a:lnTo>
                  <a:pt x="2032" y="185038"/>
                </a:lnTo>
                <a:lnTo>
                  <a:pt x="0" y="193801"/>
                </a:lnTo>
                <a:lnTo>
                  <a:pt x="69850" y="305434"/>
                </a:lnTo>
                <a:lnTo>
                  <a:pt x="84977" y="277494"/>
                </a:lnTo>
                <a:lnTo>
                  <a:pt x="54737" y="277494"/>
                </a:lnTo>
                <a:lnTo>
                  <a:pt x="53089" y="224755"/>
                </a:lnTo>
                <a:lnTo>
                  <a:pt x="28448" y="185292"/>
                </a:lnTo>
                <a:lnTo>
                  <a:pt x="24257" y="178688"/>
                </a:lnTo>
                <a:lnTo>
                  <a:pt x="15366" y="176656"/>
                </a:lnTo>
                <a:close/>
              </a:path>
              <a:path w="132714" h="305435">
                <a:moveTo>
                  <a:pt x="53089" y="224755"/>
                </a:moveTo>
                <a:lnTo>
                  <a:pt x="54709" y="276605"/>
                </a:lnTo>
                <a:lnTo>
                  <a:pt x="54737" y="277494"/>
                </a:lnTo>
                <a:lnTo>
                  <a:pt x="83185" y="276605"/>
                </a:lnTo>
                <a:lnTo>
                  <a:pt x="82986" y="270255"/>
                </a:lnTo>
                <a:lnTo>
                  <a:pt x="56387" y="270255"/>
                </a:lnTo>
                <a:lnTo>
                  <a:pt x="68068" y="248742"/>
                </a:lnTo>
                <a:lnTo>
                  <a:pt x="53089" y="224755"/>
                </a:lnTo>
                <a:close/>
              </a:path>
              <a:path w="132714" h="305435">
                <a:moveTo>
                  <a:pt x="116204" y="173481"/>
                </a:moveTo>
                <a:lnTo>
                  <a:pt x="107441" y="176021"/>
                </a:lnTo>
                <a:lnTo>
                  <a:pt x="103759" y="183006"/>
                </a:lnTo>
                <a:lnTo>
                  <a:pt x="81540" y="223929"/>
                </a:lnTo>
                <a:lnTo>
                  <a:pt x="83185" y="276605"/>
                </a:lnTo>
                <a:lnTo>
                  <a:pt x="54737" y="277494"/>
                </a:lnTo>
                <a:lnTo>
                  <a:pt x="84977" y="277494"/>
                </a:lnTo>
                <a:lnTo>
                  <a:pt x="128777" y="196595"/>
                </a:lnTo>
                <a:lnTo>
                  <a:pt x="132587" y="189610"/>
                </a:lnTo>
                <a:lnTo>
                  <a:pt x="130048" y="180974"/>
                </a:lnTo>
                <a:lnTo>
                  <a:pt x="116204" y="173481"/>
                </a:lnTo>
                <a:close/>
              </a:path>
              <a:path w="132714" h="305435">
                <a:moveTo>
                  <a:pt x="68068" y="248742"/>
                </a:moveTo>
                <a:lnTo>
                  <a:pt x="56387" y="270255"/>
                </a:lnTo>
                <a:lnTo>
                  <a:pt x="81025" y="269493"/>
                </a:lnTo>
                <a:lnTo>
                  <a:pt x="68068" y="248742"/>
                </a:lnTo>
                <a:close/>
              </a:path>
              <a:path w="132714" h="305435">
                <a:moveTo>
                  <a:pt x="81540" y="223929"/>
                </a:moveTo>
                <a:lnTo>
                  <a:pt x="68068" y="248742"/>
                </a:lnTo>
                <a:lnTo>
                  <a:pt x="81025" y="269493"/>
                </a:lnTo>
                <a:lnTo>
                  <a:pt x="56387" y="270255"/>
                </a:lnTo>
                <a:lnTo>
                  <a:pt x="82986" y="270255"/>
                </a:lnTo>
                <a:lnTo>
                  <a:pt x="81566" y="224755"/>
                </a:lnTo>
                <a:lnTo>
                  <a:pt x="81540" y="223929"/>
                </a:lnTo>
                <a:close/>
              </a:path>
              <a:path w="132714" h="305435">
                <a:moveTo>
                  <a:pt x="74549" y="0"/>
                </a:moveTo>
                <a:lnTo>
                  <a:pt x="46100" y="1015"/>
                </a:lnTo>
                <a:lnTo>
                  <a:pt x="53063" y="223929"/>
                </a:lnTo>
                <a:lnTo>
                  <a:pt x="53089" y="224755"/>
                </a:lnTo>
                <a:lnTo>
                  <a:pt x="68068" y="248742"/>
                </a:lnTo>
                <a:lnTo>
                  <a:pt x="81540" y="223929"/>
                </a:lnTo>
                <a:lnTo>
                  <a:pt x="74580" y="1015"/>
                </a:lnTo>
                <a:lnTo>
                  <a:pt x="74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752" y="2971293"/>
            <a:ext cx="132715" cy="305435"/>
          </a:xfrm>
          <a:custGeom>
            <a:avLst/>
            <a:gdLst/>
            <a:ahLst/>
            <a:cxnLst/>
            <a:rect l="l" t="t" r="r" b="b"/>
            <a:pathLst>
              <a:path w="132714" h="305435">
                <a:moveTo>
                  <a:pt x="15366" y="176657"/>
                </a:moveTo>
                <a:lnTo>
                  <a:pt x="8435" y="180975"/>
                </a:lnTo>
                <a:lnTo>
                  <a:pt x="2032" y="185038"/>
                </a:lnTo>
                <a:lnTo>
                  <a:pt x="0" y="193802"/>
                </a:lnTo>
                <a:lnTo>
                  <a:pt x="69850" y="305435"/>
                </a:lnTo>
                <a:lnTo>
                  <a:pt x="84977" y="277495"/>
                </a:lnTo>
                <a:lnTo>
                  <a:pt x="54610" y="277495"/>
                </a:lnTo>
                <a:lnTo>
                  <a:pt x="52959" y="224655"/>
                </a:lnTo>
                <a:lnTo>
                  <a:pt x="28321" y="185293"/>
                </a:lnTo>
                <a:lnTo>
                  <a:pt x="24129" y="178688"/>
                </a:lnTo>
                <a:lnTo>
                  <a:pt x="15366" y="176657"/>
                </a:lnTo>
                <a:close/>
              </a:path>
              <a:path w="132714" h="305435">
                <a:moveTo>
                  <a:pt x="52959" y="224655"/>
                </a:moveTo>
                <a:lnTo>
                  <a:pt x="54582" y="276606"/>
                </a:lnTo>
                <a:lnTo>
                  <a:pt x="54610" y="277495"/>
                </a:lnTo>
                <a:lnTo>
                  <a:pt x="83185" y="276606"/>
                </a:lnTo>
                <a:lnTo>
                  <a:pt x="82986" y="270256"/>
                </a:lnTo>
                <a:lnTo>
                  <a:pt x="56387" y="270256"/>
                </a:lnTo>
                <a:lnTo>
                  <a:pt x="68037" y="248742"/>
                </a:lnTo>
                <a:lnTo>
                  <a:pt x="52959" y="224655"/>
                </a:lnTo>
                <a:close/>
              </a:path>
              <a:path w="132714" h="305435">
                <a:moveTo>
                  <a:pt x="116077" y="173482"/>
                </a:moveTo>
                <a:lnTo>
                  <a:pt x="107441" y="176022"/>
                </a:lnTo>
                <a:lnTo>
                  <a:pt x="103632" y="183007"/>
                </a:lnTo>
                <a:lnTo>
                  <a:pt x="81536" y="223812"/>
                </a:lnTo>
                <a:lnTo>
                  <a:pt x="83185" y="276606"/>
                </a:lnTo>
                <a:lnTo>
                  <a:pt x="54610" y="277495"/>
                </a:lnTo>
                <a:lnTo>
                  <a:pt x="84977" y="277495"/>
                </a:lnTo>
                <a:lnTo>
                  <a:pt x="128777" y="196596"/>
                </a:lnTo>
                <a:lnTo>
                  <a:pt x="132587" y="189611"/>
                </a:lnTo>
                <a:lnTo>
                  <a:pt x="129921" y="180975"/>
                </a:lnTo>
                <a:lnTo>
                  <a:pt x="123062" y="177165"/>
                </a:lnTo>
                <a:lnTo>
                  <a:pt x="116077" y="173482"/>
                </a:lnTo>
                <a:close/>
              </a:path>
              <a:path w="132714" h="305435">
                <a:moveTo>
                  <a:pt x="68037" y="248742"/>
                </a:moveTo>
                <a:lnTo>
                  <a:pt x="56387" y="270256"/>
                </a:lnTo>
                <a:lnTo>
                  <a:pt x="81025" y="269494"/>
                </a:lnTo>
                <a:lnTo>
                  <a:pt x="68037" y="248742"/>
                </a:lnTo>
                <a:close/>
              </a:path>
              <a:path w="132714" h="305435">
                <a:moveTo>
                  <a:pt x="81536" y="223812"/>
                </a:moveTo>
                <a:lnTo>
                  <a:pt x="68037" y="248742"/>
                </a:lnTo>
                <a:lnTo>
                  <a:pt x="81025" y="269494"/>
                </a:lnTo>
                <a:lnTo>
                  <a:pt x="56387" y="270256"/>
                </a:lnTo>
                <a:lnTo>
                  <a:pt x="82986" y="270256"/>
                </a:lnTo>
                <a:lnTo>
                  <a:pt x="81563" y="224655"/>
                </a:lnTo>
                <a:lnTo>
                  <a:pt x="81536" y="223812"/>
                </a:lnTo>
                <a:close/>
              </a:path>
              <a:path w="132714" h="305435">
                <a:moveTo>
                  <a:pt x="74549" y="0"/>
                </a:moveTo>
                <a:lnTo>
                  <a:pt x="45974" y="1016"/>
                </a:lnTo>
                <a:lnTo>
                  <a:pt x="52933" y="223812"/>
                </a:lnTo>
                <a:lnTo>
                  <a:pt x="52959" y="224655"/>
                </a:lnTo>
                <a:lnTo>
                  <a:pt x="68037" y="248742"/>
                </a:lnTo>
                <a:lnTo>
                  <a:pt x="81536" y="223812"/>
                </a:lnTo>
                <a:lnTo>
                  <a:pt x="74580" y="1016"/>
                </a:lnTo>
                <a:lnTo>
                  <a:pt x="74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83276" y="2056893"/>
            <a:ext cx="132715" cy="305435"/>
          </a:xfrm>
          <a:custGeom>
            <a:avLst/>
            <a:gdLst/>
            <a:ahLst/>
            <a:cxnLst/>
            <a:rect l="l" t="t" r="r" b="b"/>
            <a:pathLst>
              <a:path w="132714" h="305435">
                <a:moveTo>
                  <a:pt x="15366" y="176657"/>
                </a:moveTo>
                <a:lnTo>
                  <a:pt x="8559" y="180975"/>
                </a:lnTo>
                <a:lnTo>
                  <a:pt x="2032" y="185038"/>
                </a:lnTo>
                <a:lnTo>
                  <a:pt x="0" y="193802"/>
                </a:lnTo>
                <a:lnTo>
                  <a:pt x="69850" y="305435"/>
                </a:lnTo>
                <a:lnTo>
                  <a:pt x="84977" y="277495"/>
                </a:lnTo>
                <a:lnTo>
                  <a:pt x="54737" y="277495"/>
                </a:lnTo>
                <a:lnTo>
                  <a:pt x="53089" y="224755"/>
                </a:lnTo>
                <a:lnTo>
                  <a:pt x="28448" y="185293"/>
                </a:lnTo>
                <a:lnTo>
                  <a:pt x="24257" y="178688"/>
                </a:lnTo>
                <a:lnTo>
                  <a:pt x="15366" y="176657"/>
                </a:lnTo>
                <a:close/>
              </a:path>
              <a:path w="132714" h="305435">
                <a:moveTo>
                  <a:pt x="53089" y="224755"/>
                </a:moveTo>
                <a:lnTo>
                  <a:pt x="54709" y="276606"/>
                </a:lnTo>
                <a:lnTo>
                  <a:pt x="54737" y="277495"/>
                </a:lnTo>
                <a:lnTo>
                  <a:pt x="83185" y="276606"/>
                </a:lnTo>
                <a:lnTo>
                  <a:pt x="82986" y="270256"/>
                </a:lnTo>
                <a:lnTo>
                  <a:pt x="56387" y="270256"/>
                </a:lnTo>
                <a:lnTo>
                  <a:pt x="68068" y="248742"/>
                </a:lnTo>
                <a:lnTo>
                  <a:pt x="53089" y="224755"/>
                </a:lnTo>
                <a:close/>
              </a:path>
              <a:path w="132714" h="305435">
                <a:moveTo>
                  <a:pt x="116204" y="173482"/>
                </a:moveTo>
                <a:lnTo>
                  <a:pt x="107441" y="176022"/>
                </a:lnTo>
                <a:lnTo>
                  <a:pt x="103759" y="183007"/>
                </a:lnTo>
                <a:lnTo>
                  <a:pt x="81540" y="223929"/>
                </a:lnTo>
                <a:lnTo>
                  <a:pt x="83185" y="276606"/>
                </a:lnTo>
                <a:lnTo>
                  <a:pt x="54737" y="277495"/>
                </a:lnTo>
                <a:lnTo>
                  <a:pt x="84977" y="277495"/>
                </a:lnTo>
                <a:lnTo>
                  <a:pt x="128777" y="196596"/>
                </a:lnTo>
                <a:lnTo>
                  <a:pt x="132587" y="189611"/>
                </a:lnTo>
                <a:lnTo>
                  <a:pt x="130048" y="180975"/>
                </a:lnTo>
                <a:lnTo>
                  <a:pt x="116204" y="173482"/>
                </a:lnTo>
                <a:close/>
              </a:path>
              <a:path w="132714" h="305435">
                <a:moveTo>
                  <a:pt x="68068" y="248742"/>
                </a:moveTo>
                <a:lnTo>
                  <a:pt x="56387" y="270256"/>
                </a:lnTo>
                <a:lnTo>
                  <a:pt x="81025" y="269494"/>
                </a:lnTo>
                <a:lnTo>
                  <a:pt x="68068" y="248742"/>
                </a:lnTo>
                <a:close/>
              </a:path>
              <a:path w="132714" h="305435">
                <a:moveTo>
                  <a:pt x="81540" y="223929"/>
                </a:moveTo>
                <a:lnTo>
                  <a:pt x="68068" y="248742"/>
                </a:lnTo>
                <a:lnTo>
                  <a:pt x="81025" y="269494"/>
                </a:lnTo>
                <a:lnTo>
                  <a:pt x="56387" y="270256"/>
                </a:lnTo>
                <a:lnTo>
                  <a:pt x="82986" y="270256"/>
                </a:lnTo>
                <a:lnTo>
                  <a:pt x="81566" y="224755"/>
                </a:lnTo>
                <a:lnTo>
                  <a:pt x="81540" y="223929"/>
                </a:lnTo>
                <a:close/>
              </a:path>
              <a:path w="132714" h="305435">
                <a:moveTo>
                  <a:pt x="74549" y="0"/>
                </a:moveTo>
                <a:lnTo>
                  <a:pt x="46100" y="1016"/>
                </a:lnTo>
                <a:lnTo>
                  <a:pt x="53063" y="223929"/>
                </a:lnTo>
                <a:lnTo>
                  <a:pt x="53089" y="224755"/>
                </a:lnTo>
                <a:lnTo>
                  <a:pt x="68068" y="248742"/>
                </a:lnTo>
                <a:lnTo>
                  <a:pt x="81540" y="223929"/>
                </a:lnTo>
                <a:lnTo>
                  <a:pt x="74580" y="1016"/>
                </a:lnTo>
                <a:lnTo>
                  <a:pt x="74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57800" y="76201"/>
            <a:ext cx="1447800" cy="255839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3980">
              <a:spcBef>
                <a:spcPts val="315"/>
              </a:spcBef>
            </a:pPr>
            <a:r>
              <a:rPr sz="1400" dirty="0">
                <a:latin typeface="Georgia"/>
                <a:cs typeface="Georgia"/>
              </a:rPr>
              <a:t>0.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Select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project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9656" y="92203"/>
            <a:ext cx="898525" cy="441325"/>
            <a:chOff x="2835655" y="92202"/>
            <a:chExt cx="898525" cy="4413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9339" y="92202"/>
              <a:ext cx="124460" cy="13639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08299" y="228600"/>
              <a:ext cx="815975" cy="0"/>
            </a:xfrm>
            <a:custGeom>
              <a:avLst/>
              <a:gdLst/>
              <a:ahLst/>
              <a:cxnLst/>
              <a:rect l="l" t="t" r="r" b="b"/>
              <a:pathLst>
                <a:path w="815975">
                  <a:moveTo>
                    <a:pt x="815975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5655" y="222250"/>
              <a:ext cx="132715" cy="311785"/>
            </a:xfrm>
            <a:custGeom>
              <a:avLst/>
              <a:gdLst/>
              <a:ahLst/>
              <a:cxnLst/>
              <a:rect l="l" t="t" r="r" b="b"/>
              <a:pathLst>
                <a:path w="132714" h="311784">
                  <a:moveTo>
                    <a:pt x="15875" y="180848"/>
                  </a:moveTo>
                  <a:lnTo>
                    <a:pt x="9143" y="184785"/>
                  </a:lnTo>
                  <a:lnTo>
                    <a:pt x="2286" y="188722"/>
                  </a:lnTo>
                  <a:lnTo>
                    <a:pt x="0" y="197485"/>
                  </a:lnTo>
                  <a:lnTo>
                    <a:pt x="3937" y="204342"/>
                  </a:lnTo>
                  <a:lnTo>
                    <a:pt x="66293" y="311276"/>
                  </a:lnTo>
                  <a:lnTo>
                    <a:pt x="82883" y="282828"/>
                  </a:lnTo>
                  <a:lnTo>
                    <a:pt x="52069" y="282828"/>
                  </a:lnTo>
                  <a:lnTo>
                    <a:pt x="52046" y="230066"/>
                  </a:lnTo>
                  <a:lnTo>
                    <a:pt x="28575" y="189991"/>
                  </a:lnTo>
                  <a:lnTo>
                    <a:pt x="24637" y="183134"/>
                  </a:lnTo>
                  <a:lnTo>
                    <a:pt x="15875" y="180848"/>
                  </a:lnTo>
                  <a:close/>
                </a:path>
                <a:path w="132714" h="311784">
                  <a:moveTo>
                    <a:pt x="52046" y="230203"/>
                  </a:moveTo>
                  <a:lnTo>
                    <a:pt x="52069" y="282828"/>
                  </a:lnTo>
                  <a:lnTo>
                    <a:pt x="80644" y="282828"/>
                  </a:lnTo>
                  <a:lnTo>
                    <a:pt x="80641" y="275716"/>
                  </a:lnTo>
                  <a:lnTo>
                    <a:pt x="53975" y="275716"/>
                  </a:lnTo>
                  <a:lnTo>
                    <a:pt x="66293" y="254612"/>
                  </a:lnTo>
                  <a:lnTo>
                    <a:pt x="52046" y="230203"/>
                  </a:lnTo>
                  <a:close/>
                </a:path>
                <a:path w="132714" h="311784">
                  <a:moveTo>
                    <a:pt x="116712" y="180848"/>
                  </a:moveTo>
                  <a:lnTo>
                    <a:pt x="107950" y="183134"/>
                  </a:lnTo>
                  <a:lnTo>
                    <a:pt x="104012" y="189991"/>
                  </a:lnTo>
                  <a:lnTo>
                    <a:pt x="80621" y="230066"/>
                  </a:lnTo>
                  <a:lnTo>
                    <a:pt x="80644" y="282828"/>
                  </a:lnTo>
                  <a:lnTo>
                    <a:pt x="82883" y="282828"/>
                  </a:lnTo>
                  <a:lnTo>
                    <a:pt x="128650" y="204342"/>
                  </a:lnTo>
                  <a:lnTo>
                    <a:pt x="132587" y="197485"/>
                  </a:lnTo>
                  <a:lnTo>
                    <a:pt x="130301" y="188722"/>
                  </a:lnTo>
                  <a:lnTo>
                    <a:pt x="123443" y="184785"/>
                  </a:lnTo>
                  <a:lnTo>
                    <a:pt x="116712" y="180848"/>
                  </a:lnTo>
                  <a:close/>
                </a:path>
                <a:path w="132714" h="311784">
                  <a:moveTo>
                    <a:pt x="66293" y="254612"/>
                  </a:moveTo>
                  <a:lnTo>
                    <a:pt x="53975" y="275716"/>
                  </a:lnTo>
                  <a:lnTo>
                    <a:pt x="78612" y="275716"/>
                  </a:lnTo>
                  <a:lnTo>
                    <a:pt x="66293" y="254612"/>
                  </a:lnTo>
                  <a:close/>
                </a:path>
                <a:path w="132714" h="311784">
                  <a:moveTo>
                    <a:pt x="80621" y="230203"/>
                  </a:moveTo>
                  <a:lnTo>
                    <a:pt x="66293" y="254612"/>
                  </a:lnTo>
                  <a:lnTo>
                    <a:pt x="78612" y="275716"/>
                  </a:lnTo>
                  <a:lnTo>
                    <a:pt x="80641" y="275716"/>
                  </a:lnTo>
                  <a:lnTo>
                    <a:pt x="80621" y="230203"/>
                  </a:lnTo>
                  <a:close/>
                </a:path>
                <a:path w="132714" h="311784">
                  <a:moveTo>
                    <a:pt x="80518" y="0"/>
                  </a:moveTo>
                  <a:lnTo>
                    <a:pt x="51943" y="0"/>
                  </a:lnTo>
                  <a:lnTo>
                    <a:pt x="52046" y="230203"/>
                  </a:lnTo>
                  <a:lnTo>
                    <a:pt x="66293" y="254612"/>
                  </a:lnTo>
                  <a:lnTo>
                    <a:pt x="80541" y="230203"/>
                  </a:lnTo>
                  <a:lnTo>
                    <a:pt x="805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700902" y="214313"/>
            <a:ext cx="890269" cy="319405"/>
            <a:chOff x="5176901" y="214312"/>
            <a:chExt cx="890269" cy="319405"/>
          </a:xfrm>
        </p:grpSpPr>
        <p:sp>
          <p:nvSpPr>
            <p:cNvPr id="13" name="object 13"/>
            <p:cNvSpPr/>
            <p:nvPr/>
          </p:nvSpPr>
          <p:spPr>
            <a:xfrm>
              <a:off x="5176901" y="228600"/>
              <a:ext cx="815975" cy="0"/>
            </a:xfrm>
            <a:custGeom>
              <a:avLst/>
              <a:gdLst/>
              <a:ahLst/>
              <a:cxnLst/>
              <a:rect l="l" t="t" r="r" b="b"/>
              <a:pathLst>
                <a:path w="815975">
                  <a:moveTo>
                    <a:pt x="815975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4075" y="228092"/>
              <a:ext cx="132715" cy="305435"/>
            </a:xfrm>
            <a:custGeom>
              <a:avLst/>
              <a:gdLst/>
              <a:ahLst/>
              <a:cxnLst/>
              <a:rect l="l" t="t" r="r" b="b"/>
              <a:pathLst>
                <a:path w="132714" h="305434">
                  <a:moveTo>
                    <a:pt x="15366" y="176656"/>
                  </a:moveTo>
                  <a:lnTo>
                    <a:pt x="8559" y="180974"/>
                  </a:lnTo>
                  <a:lnTo>
                    <a:pt x="2032" y="185038"/>
                  </a:lnTo>
                  <a:lnTo>
                    <a:pt x="0" y="193801"/>
                  </a:lnTo>
                  <a:lnTo>
                    <a:pt x="69850" y="305434"/>
                  </a:lnTo>
                  <a:lnTo>
                    <a:pt x="84977" y="277494"/>
                  </a:lnTo>
                  <a:lnTo>
                    <a:pt x="54737" y="277494"/>
                  </a:lnTo>
                  <a:lnTo>
                    <a:pt x="53089" y="224755"/>
                  </a:lnTo>
                  <a:lnTo>
                    <a:pt x="28448" y="185292"/>
                  </a:lnTo>
                  <a:lnTo>
                    <a:pt x="24257" y="178688"/>
                  </a:lnTo>
                  <a:lnTo>
                    <a:pt x="15366" y="176656"/>
                  </a:lnTo>
                  <a:close/>
                </a:path>
                <a:path w="132714" h="305434">
                  <a:moveTo>
                    <a:pt x="53089" y="224755"/>
                  </a:moveTo>
                  <a:lnTo>
                    <a:pt x="54709" y="276605"/>
                  </a:lnTo>
                  <a:lnTo>
                    <a:pt x="54737" y="277494"/>
                  </a:lnTo>
                  <a:lnTo>
                    <a:pt x="83185" y="276605"/>
                  </a:lnTo>
                  <a:lnTo>
                    <a:pt x="82986" y="270255"/>
                  </a:lnTo>
                  <a:lnTo>
                    <a:pt x="56387" y="270255"/>
                  </a:lnTo>
                  <a:lnTo>
                    <a:pt x="68068" y="248742"/>
                  </a:lnTo>
                  <a:lnTo>
                    <a:pt x="53089" y="224755"/>
                  </a:lnTo>
                  <a:close/>
                </a:path>
                <a:path w="132714" h="305434">
                  <a:moveTo>
                    <a:pt x="116204" y="173481"/>
                  </a:moveTo>
                  <a:lnTo>
                    <a:pt x="107441" y="176021"/>
                  </a:lnTo>
                  <a:lnTo>
                    <a:pt x="103759" y="183006"/>
                  </a:lnTo>
                  <a:lnTo>
                    <a:pt x="81540" y="223929"/>
                  </a:lnTo>
                  <a:lnTo>
                    <a:pt x="83185" y="276605"/>
                  </a:lnTo>
                  <a:lnTo>
                    <a:pt x="54737" y="277494"/>
                  </a:lnTo>
                  <a:lnTo>
                    <a:pt x="84977" y="277494"/>
                  </a:lnTo>
                  <a:lnTo>
                    <a:pt x="128777" y="196595"/>
                  </a:lnTo>
                  <a:lnTo>
                    <a:pt x="132587" y="189610"/>
                  </a:lnTo>
                  <a:lnTo>
                    <a:pt x="130048" y="180974"/>
                  </a:lnTo>
                  <a:lnTo>
                    <a:pt x="116204" y="173481"/>
                  </a:lnTo>
                  <a:close/>
                </a:path>
                <a:path w="132714" h="305434">
                  <a:moveTo>
                    <a:pt x="68068" y="248742"/>
                  </a:moveTo>
                  <a:lnTo>
                    <a:pt x="56387" y="270255"/>
                  </a:lnTo>
                  <a:lnTo>
                    <a:pt x="81025" y="269493"/>
                  </a:lnTo>
                  <a:lnTo>
                    <a:pt x="68068" y="248742"/>
                  </a:lnTo>
                  <a:close/>
                </a:path>
                <a:path w="132714" h="305434">
                  <a:moveTo>
                    <a:pt x="81540" y="223929"/>
                  </a:moveTo>
                  <a:lnTo>
                    <a:pt x="68068" y="248742"/>
                  </a:lnTo>
                  <a:lnTo>
                    <a:pt x="81025" y="269493"/>
                  </a:lnTo>
                  <a:lnTo>
                    <a:pt x="56387" y="270255"/>
                  </a:lnTo>
                  <a:lnTo>
                    <a:pt x="82986" y="270255"/>
                  </a:lnTo>
                  <a:lnTo>
                    <a:pt x="81566" y="224755"/>
                  </a:lnTo>
                  <a:lnTo>
                    <a:pt x="81540" y="223929"/>
                  </a:lnTo>
                  <a:close/>
                </a:path>
                <a:path w="132714" h="305434">
                  <a:moveTo>
                    <a:pt x="74549" y="0"/>
                  </a:moveTo>
                  <a:lnTo>
                    <a:pt x="46100" y="1015"/>
                  </a:lnTo>
                  <a:lnTo>
                    <a:pt x="53063" y="223929"/>
                  </a:lnTo>
                  <a:lnTo>
                    <a:pt x="53089" y="224755"/>
                  </a:lnTo>
                  <a:lnTo>
                    <a:pt x="68068" y="248742"/>
                  </a:lnTo>
                  <a:lnTo>
                    <a:pt x="81540" y="223929"/>
                  </a:lnTo>
                  <a:lnTo>
                    <a:pt x="74580" y="1015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02050" y="589026"/>
            <a:ext cx="1447800" cy="685800"/>
          </a:xfrm>
          <a:prstGeom prst="rect">
            <a:avLst/>
          </a:prstGeom>
          <a:solidFill>
            <a:srgbClr val="B8CDE4"/>
          </a:solidFill>
          <a:ln w="28575">
            <a:solidFill>
              <a:srgbClr val="8EB4E2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63830" marR="156845" indent="164465">
              <a:spcBef>
                <a:spcPts val="315"/>
              </a:spcBef>
            </a:pPr>
            <a:r>
              <a:rPr sz="1400" dirty="0">
                <a:latin typeface="Georgia"/>
                <a:cs typeface="Georgia"/>
              </a:rPr>
              <a:t>1.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Identify </a:t>
            </a:r>
            <a:r>
              <a:rPr sz="1400" dirty="0">
                <a:latin typeface="Georgia"/>
                <a:cs typeface="Georgia"/>
              </a:rPr>
              <a:t>project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scope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objectives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08851" y="566801"/>
            <a:ext cx="1447800" cy="685800"/>
          </a:xfrm>
          <a:prstGeom prst="rect">
            <a:avLst/>
          </a:prstGeom>
          <a:solidFill>
            <a:srgbClr val="B3A1C6"/>
          </a:solidFill>
          <a:ln w="2857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447675" marR="309880" indent="-131445">
              <a:spcBef>
                <a:spcPts val="315"/>
              </a:spcBef>
            </a:pPr>
            <a:r>
              <a:rPr sz="1400" dirty="0">
                <a:latin typeface="Georgia"/>
                <a:cs typeface="Georgia"/>
              </a:rPr>
              <a:t>2.</a:t>
            </a:r>
            <a:r>
              <a:rPr sz="1400" spc="-10" dirty="0">
                <a:latin typeface="Georgia"/>
                <a:cs typeface="Georgia"/>
              </a:rPr>
              <a:t> Identify project</a:t>
            </a:r>
            <a:endParaRPr sz="1400">
              <a:latin typeface="Georgia"/>
              <a:cs typeface="Georgia"/>
            </a:endParaRPr>
          </a:p>
          <a:p>
            <a:pPr marL="176530"/>
            <a:r>
              <a:rPr sz="1400" spc="-10" dirty="0">
                <a:latin typeface="Georgia"/>
                <a:cs typeface="Georgia"/>
              </a:rPr>
              <a:t>infrastructure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5100" y="1481200"/>
            <a:ext cx="1447800" cy="685800"/>
          </a:xfrm>
          <a:prstGeom prst="rect">
            <a:avLst/>
          </a:prstGeom>
          <a:solidFill>
            <a:srgbClr val="D99593"/>
          </a:solidFill>
          <a:ln w="285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spcBef>
                <a:spcPts val="320"/>
              </a:spcBef>
            </a:pPr>
            <a:r>
              <a:rPr sz="1400" dirty="0">
                <a:latin typeface="Georgia"/>
                <a:cs typeface="Georgia"/>
              </a:rPr>
              <a:t>3.</a:t>
            </a:r>
            <a:r>
              <a:rPr sz="1400" spc="-10" dirty="0">
                <a:latin typeface="Georgia"/>
                <a:cs typeface="Georgia"/>
              </a:rPr>
              <a:t> Analyse</a:t>
            </a:r>
            <a:endParaRPr sz="1400">
              <a:latin typeface="Georgia"/>
              <a:cs typeface="Georgia"/>
            </a:endParaRPr>
          </a:p>
          <a:p>
            <a:pPr marL="153670" marR="147320" indent="635" algn="ctr"/>
            <a:r>
              <a:rPr sz="1400" spc="-10" dirty="0">
                <a:latin typeface="Georgia"/>
                <a:cs typeface="Georgia"/>
              </a:rPr>
              <a:t>project characteristics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88074" y="1252601"/>
            <a:ext cx="870585" cy="447675"/>
            <a:chOff x="5164073" y="1252600"/>
            <a:chExt cx="870585" cy="447675"/>
          </a:xfrm>
        </p:grpSpPr>
        <p:sp>
          <p:nvSpPr>
            <p:cNvPr id="19" name="object 19"/>
            <p:cNvSpPr/>
            <p:nvPr/>
          </p:nvSpPr>
          <p:spPr>
            <a:xfrm>
              <a:off x="5164073" y="1567179"/>
              <a:ext cx="855980" cy="132715"/>
            </a:xfrm>
            <a:custGeom>
              <a:avLst/>
              <a:gdLst/>
              <a:ahLst/>
              <a:cxnLst/>
              <a:rect l="l" t="t" r="r" b="b"/>
              <a:pathLst>
                <a:path w="855979" h="132714">
                  <a:moveTo>
                    <a:pt x="113664" y="0"/>
                  </a:moveTo>
                  <a:lnTo>
                    <a:pt x="106934" y="4064"/>
                  </a:lnTo>
                  <a:lnTo>
                    <a:pt x="0" y="66421"/>
                  </a:lnTo>
                  <a:lnTo>
                    <a:pt x="106934" y="128650"/>
                  </a:lnTo>
                  <a:lnTo>
                    <a:pt x="113664" y="132715"/>
                  </a:lnTo>
                  <a:lnTo>
                    <a:pt x="122427" y="130429"/>
                  </a:lnTo>
                  <a:lnTo>
                    <a:pt x="126364" y="123571"/>
                  </a:lnTo>
                  <a:lnTo>
                    <a:pt x="130428" y="116712"/>
                  </a:lnTo>
                  <a:lnTo>
                    <a:pt x="128142" y="107950"/>
                  </a:lnTo>
                  <a:lnTo>
                    <a:pt x="81250" y="80645"/>
                  </a:lnTo>
                  <a:lnTo>
                    <a:pt x="28321" y="80645"/>
                  </a:lnTo>
                  <a:lnTo>
                    <a:pt x="28321" y="52070"/>
                  </a:lnTo>
                  <a:lnTo>
                    <a:pt x="81250" y="52070"/>
                  </a:lnTo>
                  <a:lnTo>
                    <a:pt x="128142" y="24765"/>
                  </a:lnTo>
                  <a:lnTo>
                    <a:pt x="130428" y="16002"/>
                  </a:lnTo>
                  <a:lnTo>
                    <a:pt x="126364" y="9144"/>
                  </a:lnTo>
                  <a:lnTo>
                    <a:pt x="122427" y="2286"/>
                  </a:lnTo>
                  <a:lnTo>
                    <a:pt x="113664" y="0"/>
                  </a:lnTo>
                  <a:close/>
                </a:path>
                <a:path w="855979" h="132714">
                  <a:moveTo>
                    <a:pt x="81250" y="52070"/>
                  </a:moveTo>
                  <a:lnTo>
                    <a:pt x="28321" y="52070"/>
                  </a:lnTo>
                  <a:lnTo>
                    <a:pt x="28321" y="80645"/>
                  </a:lnTo>
                  <a:lnTo>
                    <a:pt x="81250" y="80645"/>
                  </a:lnTo>
                  <a:lnTo>
                    <a:pt x="77987" y="78740"/>
                  </a:lnTo>
                  <a:lnTo>
                    <a:pt x="35560" y="78740"/>
                  </a:lnTo>
                  <a:lnTo>
                    <a:pt x="35560" y="53975"/>
                  </a:lnTo>
                  <a:lnTo>
                    <a:pt x="77987" y="53975"/>
                  </a:lnTo>
                  <a:lnTo>
                    <a:pt x="81250" y="52070"/>
                  </a:lnTo>
                  <a:close/>
                </a:path>
                <a:path w="855979" h="132714">
                  <a:moveTo>
                    <a:pt x="855726" y="66421"/>
                  </a:moveTo>
                  <a:lnTo>
                    <a:pt x="56882" y="66421"/>
                  </a:lnTo>
                  <a:lnTo>
                    <a:pt x="81250" y="80645"/>
                  </a:lnTo>
                  <a:lnTo>
                    <a:pt x="855726" y="80645"/>
                  </a:lnTo>
                  <a:lnTo>
                    <a:pt x="855726" y="66421"/>
                  </a:lnTo>
                  <a:close/>
                </a:path>
                <a:path w="855979" h="132714">
                  <a:moveTo>
                    <a:pt x="35560" y="53975"/>
                  </a:moveTo>
                  <a:lnTo>
                    <a:pt x="35560" y="78740"/>
                  </a:lnTo>
                  <a:lnTo>
                    <a:pt x="56664" y="66421"/>
                  </a:lnTo>
                  <a:lnTo>
                    <a:pt x="56882" y="66421"/>
                  </a:lnTo>
                  <a:lnTo>
                    <a:pt x="35560" y="53975"/>
                  </a:lnTo>
                  <a:close/>
                </a:path>
                <a:path w="855979" h="132714">
                  <a:moveTo>
                    <a:pt x="855726" y="52070"/>
                  </a:moveTo>
                  <a:lnTo>
                    <a:pt x="81250" y="52070"/>
                  </a:lnTo>
                  <a:lnTo>
                    <a:pt x="35560" y="78740"/>
                  </a:lnTo>
                  <a:lnTo>
                    <a:pt x="77987" y="78740"/>
                  </a:lnTo>
                  <a:lnTo>
                    <a:pt x="56882" y="66421"/>
                  </a:lnTo>
                  <a:lnTo>
                    <a:pt x="855726" y="66421"/>
                  </a:lnTo>
                  <a:lnTo>
                    <a:pt x="855726" y="52070"/>
                  </a:lnTo>
                  <a:close/>
                </a:path>
                <a:path w="855979" h="132714">
                  <a:moveTo>
                    <a:pt x="77987" y="53975"/>
                  </a:moveTo>
                  <a:lnTo>
                    <a:pt x="35560" y="53975"/>
                  </a:lnTo>
                  <a:lnTo>
                    <a:pt x="56882" y="66421"/>
                  </a:lnTo>
                  <a:lnTo>
                    <a:pt x="56664" y="66421"/>
                  </a:lnTo>
                  <a:lnTo>
                    <a:pt x="77987" y="53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19799" y="125260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411662" y="1274825"/>
            <a:ext cx="824230" cy="425450"/>
            <a:chOff x="2887662" y="1274825"/>
            <a:chExt cx="824230" cy="425450"/>
          </a:xfrm>
        </p:grpSpPr>
        <p:sp>
          <p:nvSpPr>
            <p:cNvPr id="22" name="object 22"/>
            <p:cNvSpPr/>
            <p:nvPr/>
          </p:nvSpPr>
          <p:spPr>
            <a:xfrm>
              <a:off x="2895600" y="1567179"/>
              <a:ext cx="816610" cy="132715"/>
            </a:xfrm>
            <a:custGeom>
              <a:avLst/>
              <a:gdLst/>
              <a:ahLst/>
              <a:cxnLst/>
              <a:rect l="l" t="t" r="r" b="b"/>
              <a:pathLst>
                <a:path w="816610" h="132714">
                  <a:moveTo>
                    <a:pt x="759328" y="66357"/>
                  </a:moveTo>
                  <a:lnTo>
                    <a:pt x="687959" y="107950"/>
                  </a:lnTo>
                  <a:lnTo>
                    <a:pt x="685673" y="116712"/>
                  </a:lnTo>
                  <a:lnTo>
                    <a:pt x="693547" y="130429"/>
                  </a:lnTo>
                  <a:lnTo>
                    <a:pt x="702310" y="132715"/>
                  </a:lnTo>
                  <a:lnTo>
                    <a:pt x="791491" y="80645"/>
                  </a:lnTo>
                  <a:lnTo>
                    <a:pt x="787653" y="80645"/>
                  </a:lnTo>
                  <a:lnTo>
                    <a:pt x="787653" y="78740"/>
                  </a:lnTo>
                  <a:lnTo>
                    <a:pt x="780541" y="78740"/>
                  </a:lnTo>
                  <a:lnTo>
                    <a:pt x="759328" y="66357"/>
                  </a:lnTo>
                  <a:close/>
                </a:path>
                <a:path w="816610" h="132714">
                  <a:moveTo>
                    <a:pt x="734851" y="52070"/>
                  </a:moveTo>
                  <a:lnTo>
                    <a:pt x="0" y="52070"/>
                  </a:lnTo>
                  <a:lnTo>
                    <a:pt x="0" y="80645"/>
                  </a:lnTo>
                  <a:lnTo>
                    <a:pt x="734851" y="80645"/>
                  </a:lnTo>
                  <a:lnTo>
                    <a:pt x="759328" y="66357"/>
                  </a:lnTo>
                  <a:lnTo>
                    <a:pt x="734851" y="52070"/>
                  </a:lnTo>
                  <a:close/>
                </a:path>
                <a:path w="816610" h="132714">
                  <a:moveTo>
                    <a:pt x="791659" y="52070"/>
                  </a:moveTo>
                  <a:lnTo>
                    <a:pt x="787653" y="52070"/>
                  </a:lnTo>
                  <a:lnTo>
                    <a:pt x="787653" y="80645"/>
                  </a:lnTo>
                  <a:lnTo>
                    <a:pt x="791491" y="80645"/>
                  </a:lnTo>
                  <a:lnTo>
                    <a:pt x="815993" y="66357"/>
                  </a:lnTo>
                  <a:lnTo>
                    <a:pt x="816211" y="66357"/>
                  </a:lnTo>
                  <a:lnTo>
                    <a:pt x="791659" y="52070"/>
                  </a:lnTo>
                  <a:close/>
                </a:path>
                <a:path w="816610" h="132714">
                  <a:moveTo>
                    <a:pt x="780541" y="53975"/>
                  </a:moveTo>
                  <a:lnTo>
                    <a:pt x="759328" y="66357"/>
                  </a:lnTo>
                  <a:lnTo>
                    <a:pt x="780541" y="78740"/>
                  </a:lnTo>
                  <a:lnTo>
                    <a:pt x="780541" y="53975"/>
                  </a:lnTo>
                  <a:close/>
                </a:path>
                <a:path w="816610" h="132714">
                  <a:moveTo>
                    <a:pt x="787653" y="53975"/>
                  </a:moveTo>
                  <a:lnTo>
                    <a:pt x="780541" y="53975"/>
                  </a:lnTo>
                  <a:lnTo>
                    <a:pt x="780541" y="78740"/>
                  </a:lnTo>
                  <a:lnTo>
                    <a:pt x="787653" y="78740"/>
                  </a:lnTo>
                  <a:lnTo>
                    <a:pt x="787653" y="53975"/>
                  </a:lnTo>
                  <a:close/>
                </a:path>
                <a:path w="816610" h="132714">
                  <a:moveTo>
                    <a:pt x="702310" y="0"/>
                  </a:moveTo>
                  <a:lnTo>
                    <a:pt x="693547" y="2286"/>
                  </a:lnTo>
                  <a:lnTo>
                    <a:pt x="685673" y="16002"/>
                  </a:lnTo>
                  <a:lnTo>
                    <a:pt x="687959" y="24765"/>
                  </a:lnTo>
                  <a:lnTo>
                    <a:pt x="759328" y="66357"/>
                  </a:lnTo>
                  <a:lnTo>
                    <a:pt x="780541" y="53975"/>
                  </a:lnTo>
                  <a:lnTo>
                    <a:pt x="787653" y="53975"/>
                  </a:lnTo>
                  <a:lnTo>
                    <a:pt x="787653" y="52070"/>
                  </a:lnTo>
                  <a:lnTo>
                    <a:pt x="791659" y="52070"/>
                  </a:lnTo>
                  <a:lnTo>
                    <a:pt x="709167" y="4064"/>
                  </a:lnTo>
                  <a:lnTo>
                    <a:pt x="7023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01950" y="1274825"/>
              <a:ext cx="0" cy="358775"/>
            </a:xfrm>
            <a:custGeom>
              <a:avLst/>
              <a:gdLst/>
              <a:ahLst/>
              <a:cxnLst/>
              <a:rect l="l" t="t" r="r" b="b"/>
              <a:pathLst>
                <a:path h="358775">
                  <a:moveTo>
                    <a:pt x="0" y="0"/>
                  </a:moveTo>
                  <a:lnTo>
                    <a:pt x="0" y="35877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43576" y="2362200"/>
            <a:ext cx="1447800" cy="685800"/>
          </a:xfrm>
          <a:prstGeom prst="rect">
            <a:avLst/>
          </a:prstGeom>
          <a:solidFill>
            <a:srgbClr val="4F81BC"/>
          </a:solidFill>
          <a:ln w="285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208279" marR="163830" indent="-36830">
              <a:spcBef>
                <a:spcPts val="320"/>
              </a:spcBef>
            </a:pPr>
            <a:r>
              <a:rPr sz="1400" dirty="0">
                <a:latin typeface="Georgia"/>
                <a:cs typeface="Georgia"/>
              </a:rPr>
              <a:t>4.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Identify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the </a:t>
            </a:r>
            <a:r>
              <a:rPr sz="1400" dirty="0">
                <a:latin typeface="Georgia"/>
                <a:cs typeface="Georgia"/>
              </a:rPr>
              <a:t>products</a:t>
            </a:r>
            <a:r>
              <a:rPr sz="1400" spc="-60" dirty="0">
                <a:latin typeface="Georgia"/>
                <a:cs typeface="Georgia"/>
              </a:rPr>
              <a:t> </a:t>
            </a:r>
            <a:r>
              <a:rPr sz="1400" spc="-25" dirty="0">
                <a:latin typeface="Georgia"/>
                <a:cs typeface="Georgia"/>
              </a:rPr>
              <a:t>and</a:t>
            </a:r>
            <a:endParaRPr sz="1400">
              <a:latin typeface="Georgia"/>
              <a:cs typeface="Georgia"/>
            </a:endParaRPr>
          </a:p>
          <a:p>
            <a:pPr marL="372745"/>
            <a:r>
              <a:rPr sz="1400" spc="-10" dirty="0">
                <a:latin typeface="Georgia"/>
                <a:cs typeface="Georgia"/>
              </a:rPr>
              <a:t>activities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29225" y="3276600"/>
            <a:ext cx="1447800" cy="685800"/>
          </a:xfrm>
          <a:custGeom>
            <a:avLst/>
            <a:gdLst/>
            <a:ahLst/>
            <a:cxnLst/>
            <a:rect l="l" t="t" r="r" b="b"/>
            <a:pathLst>
              <a:path w="1447800" h="685800">
                <a:moveTo>
                  <a:pt x="1447800" y="0"/>
                </a:moveTo>
                <a:lnTo>
                  <a:pt x="0" y="0"/>
                </a:lnTo>
                <a:lnTo>
                  <a:pt x="0" y="685800"/>
                </a:lnTo>
                <a:lnTo>
                  <a:pt x="1447800" y="685800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229225" y="3276600"/>
            <a:ext cx="1447800" cy="68580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35" algn="ctr">
              <a:spcBef>
                <a:spcPts val="320"/>
              </a:spcBef>
            </a:pPr>
            <a:r>
              <a:rPr sz="1400" dirty="0">
                <a:latin typeface="Georgia"/>
                <a:cs typeface="Georgia"/>
              </a:rPr>
              <a:t>5.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Estimate</a:t>
            </a:r>
            <a:endParaRPr sz="1400">
              <a:latin typeface="Georgia"/>
              <a:cs typeface="Georgia"/>
            </a:endParaRPr>
          </a:p>
          <a:p>
            <a:pPr marL="1905" algn="ctr"/>
            <a:r>
              <a:rPr sz="1400" dirty="0">
                <a:latin typeface="Georgia"/>
                <a:cs typeface="Georgia"/>
              </a:rPr>
              <a:t>effort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for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each</a:t>
            </a:r>
            <a:endParaRPr sz="14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Georgia"/>
                <a:cs typeface="Georgia"/>
              </a:rPr>
              <a:t>activity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14938" y="4176713"/>
            <a:ext cx="1476375" cy="714375"/>
            <a:chOff x="3690937" y="4176712"/>
            <a:chExt cx="1476375" cy="714375"/>
          </a:xfrm>
        </p:grpSpPr>
        <p:sp>
          <p:nvSpPr>
            <p:cNvPr id="28" name="object 28"/>
            <p:cNvSpPr/>
            <p:nvPr/>
          </p:nvSpPr>
          <p:spPr>
            <a:xfrm>
              <a:off x="3705225" y="4191000"/>
              <a:ext cx="1447800" cy="685800"/>
            </a:xfrm>
            <a:custGeom>
              <a:avLst/>
              <a:gdLst/>
              <a:ahLst/>
              <a:cxnLst/>
              <a:rect l="l" t="t" r="r" b="b"/>
              <a:pathLst>
                <a:path w="1447800" h="685800">
                  <a:moveTo>
                    <a:pt x="1447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447800" y="6858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05225" y="4191000"/>
              <a:ext cx="1447800" cy="685800"/>
            </a:xfrm>
            <a:custGeom>
              <a:avLst/>
              <a:gdLst/>
              <a:ahLst/>
              <a:cxnLst/>
              <a:rect l="l" t="t" r="r" b="b"/>
              <a:pathLst>
                <a:path w="1447800" h="685800">
                  <a:moveTo>
                    <a:pt x="0" y="685800"/>
                  </a:moveTo>
                  <a:lnTo>
                    <a:pt x="1447800" y="6858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6173" y="4218814"/>
            <a:ext cx="1005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89535">
              <a:spcBef>
                <a:spcPts val="100"/>
              </a:spcBef>
            </a:pPr>
            <a:r>
              <a:rPr sz="1400" dirty="0">
                <a:latin typeface="Georgia"/>
                <a:cs typeface="Georgia"/>
              </a:rPr>
              <a:t>6.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Identify </a:t>
            </a:r>
            <a:r>
              <a:rPr sz="1400" dirty="0">
                <a:latin typeface="Georgia"/>
                <a:cs typeface="Georgia"/>
              </a:rPr>
              <a:t>activity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Georgia"/>
                <a:cs typeface="Georgia"/>
              </a:rPr>
              <a:t>risks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9225" y="5105400"/>
            <a:ext cx="1447800" cy="685800"/>
          </a:xfrm>
          <a:custGeom>
            <a:avLst/>
            <a:gdLst/>
            <a:ahLst/>
            <a:cxnLst/>
            <a:rect l="l" t="t" r="r" b="b"/>
            <a:pathLst>
              <a:path w="1447800" h="685800">
                <a:moveTo>
                  <a:pt x="1447800" y="0"/>
                </a:moveTo>
                <a:lnTo>
                  <a:pt x="0" y="0"/>
                </a:lnTo>
                <a:lnTo>
                  <a:pt x="0" y="685800"/>
                </a:lnTo>
                <a:lnTo>
                  <a:pt x="1447800" y="685800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29225" y="5105401"/>
            <a:ext cx="1447800" cy="472565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47345" marR="309880" indent="-30480">
              <a:spcBef>
                <a:spcPts val="325"/>
              </a:spcBef>
            </a:pPr>
            <a:r>
              <a:rPr sz="1400" dirty="0">
                <a:latin typeface="Georgia"/>
                <a:cs typeface="Georgia"/>
              </a:rPr>
              <a:t>7.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Allocate resources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0175" y="6019801"/>
            <a:ext cx="1447800" cy="472565"/>
          </a:xfrm>
          <a:prstGeom prst="rect">
            <a:avLst/>
          </a:prstGeom>
          <a:solidFill>
            <a:srgbClr val="8063A1"/>
          </a:solidFill>
          <a:ln w="2857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75895" marR="167005" indent="121920">
              <a:spcBef>
                <a:spcPts val="325"/>
              </a:spcBef>
            </a:pPr>
            <a:r>
              <a:rPr sz="1400" dirty="0">
                <a:latin typeface="Georgia"/>
                <a:cs typeface="Georgia"/>
              </a:rPr>
              <a:t>8.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Review/ </a:t>
            </a:r>
            <a:r>
              <a:rPr sz="1400" dirty="0">
                <a:latin typeface="Georgia"/>
                <a:cs typeface="Georgia"/>
              </a:rPr>
              <a:t>publicize</a:t>
            </a:r>
            <a:r>
              <a:rPr sz="1400" spc="-5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plan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62738" y="3591305"/>
            <a:ext cx="561975" cy="918844"/>
            <a:chOff x="5138737" y="3591305"/>
            <a:chExt cx="561975" cy="918844"/>
          </a:xfrm>
        </p:grpSpPr>
        <p:sp>
          <p:nvSpPr>
            <p:cNvPr id="35" name="object 35"/>
            <p:cNvSpPr/>
            <p:nvPr/>
          </p:nvSpPr>
          <p:spPr>
            <a:xfrm>
              <a:off x="5153025" y="449580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52898" y="3591305"/>
              <a:ext cx="534035" cy="132715"/>
            </a:xfrm>
            <a:custGeom>
              <a:avLst/>
              <a:gdLst/>
              <a:ahLst/>
              <a:cxnLst/>
              <a:rect l="l" t="t" r="r" b="b"/>
              <a:pathLst>
                <a:path w="534035" h="132714">
                  <a:moveTo>
                    <a:pt x="113791" y="0"/>
                  </a:moveTo>
                  <a:lnTo>
                    <a:pt x="0" y="66294"/>
                  </a:lnTo>
                  <a:lnTo>
                    <a:pt x="113791" y="132588"/>
                  </a:lnTo>
                  <a:lnTo>
                    <a:pt x="122554" y="130302"/>
                  </a:lnTo>
                  <a:lnTo>
                    <a:pt x="126491" y="123444"/>
                  </a:lnTo>
                  <a:lnTo>
                    <a:pt x="130428" y="116713"/>
                  </a:lnTo>
                  <a:lnTo>
                    <a:pt x="128142" y="107950"/>
                  </a:lnTo>
                  <a:lnTo>
                    <a:pt x="81033" y="80518"/>
                  </a:lnTo>
                  <a:lnTo>
                    <a:pt x="28448" y="80518"/>
                  </a:lnTo>
                  <a:lnTo>
                    <a:pt x="28448" y="51943"/>
                  </a:lnTo>
                  <a:lnTo>
                    <a:pt x="81250" y="51943"/>
                  </a:lnTo>
                  <a:lnTo>
                    <a:pt x="128142" y="24638"/>
                  </a:lnTo>
                  <a:lnTo>
                    <a:pt x="130428" y="15875"/>
                  </a:lnTo>
                  <a:lnTo>
                    <a:pt x="126491" y="9144"/>
                  </a:lnTo>
                  <a:lnTo>
                    <a:pt x="122554" y="2286"/>
                  </a:lnTo>
                  <a:lnTo>
                    <a:pt x="113791" y="0"/>
                  </a:lnTo>
                  <a:close/>
                </a:path>
                <a:path w="534035" h="132714">
                  <a:moveTo>
                    <a:pt x="81250" y="51943"/>
                  </a:moveTo>
                  <a:lnTo>
                    <a:pt x="28448" y="51943"/>
                  </a:lnTo>
                  <a:lnTo>
                    <a:pt x="28448" y="80518"/>
                  </a:lnTo>
                  <a:lnTo>
                    <a:pt x="81033" y="80518"/>
                  </a:lnTo>
                  <a:lnTo>
                    <a:pt x="77769" y="78613"/>
                  </a:lnTo>
                  <a:lnTo>
                    <a:pt x="35560" y="78613"/>
                  </a:lnTo>
                  <a:lnTo>
                    <a:pt x="35560" y="53975"/>
                  </a:lnTo>
                  <a:lnTo>
                    <a:pt x="77769" y="53975"/>
                  </a:lnTo>
                  <a:lnTo>
                    <a:pt x="81250" y="51943"/>
                  </a:lnTo>
                  <a:close/>
                </a:path>
                <a:path w="534035" h="132714">
                  <a:moveTo>
                    <a:pt x="533526" y="51943"/>
                  </a:moveTo>
                  <a:lnTo>
                    <a:pt x="81250" y="51943"/>
                  </a:lnTo>
                  <a:lnTo>
                    <a:pt x="56664" y="66294"/>
                  </a:lnTo>
                  <a:lnTo>
                    <a:pt x="81033" y="80518"/>
                  </a:lnTo>
                  <a:lnTo>
                    <a:pt x="533526" y="80518"/>
                  </a:lnTo>
                  <a:lnTo>
                    <a:pt x="533526" y="51943"/>
                  </a:lnTo>
                  <a:close/>
                </a:path>
                <a:path w="534035" h="132714">
                  <a:moveTo>
                    <a:pt x="35560" y="53975"/>
                  </a:moveTo>
                  <a:lnTo>
                    <a:pt x="35560" y="78613"/>
                  </a:lnTo>
                  <a:lnTo>
                    <a:pt x="56664" y="66294"/>
                  </a:lnTo>
                  <a:lnTo>
                    <a:pt x="35560" y="53975"/>
                  </a:lnTo>
                  <a:close/>
                </a:path>
                <a:path w="534035" h="132714">
                  <a:moveTo>
                    <a:pt x="56664" y="66294"/>
                  </a:moveTo>
                  <a:lnTo>
                    <a:pt x="35560" y="78613"/>
                  </a:lnTo>
                  <a:lnTo>
                    <a:pt x="77769" y="78613"/>
                  </a:lnTo>
                  <a:lnTo>
                    <a:pt x="56664" y="66294"/>
                  </a:lnTo>
                  <a:close/>
                </a:path>
                <a:path w="534035" h="132714">
                  <a:moveTo>
                    <a:pt x="77769" y="53975"/>
                  </a:moveTo>
                  <a:lnTo>
                    <a:pt x="35560" y="53975"/>
                  </a:lnTo>
                  <a:lnTo>
                    <a:pt x="56664" y="66294"/>
                  </a:lnTo>
                  <a:lnTo>
                    <a:pt x="77769" y="53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86425" y="3657599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58812" y="3775329"/>
            <a:ext cx="807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5080" indent="-62865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For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each </a:t>
            </a:r>
            <a:r>
              <a:rPr spc="-10" dirty="0">
                <a:latin typeface="Calibri"/>
                <a:cs typeface="Calibri"/>
              </a:rPr>
              <a:t>activity</a:t>
            </a:r>
            <a:endParaRPr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343273" y="6258281"/>
            <a:ext cx="855980" cy="132715"/>
          </a:xfrm>
          <a:custGeom>
            <a:avLst/>
            <a:gdLst/>
            <a:ahLst/>
            <a:cxnLst/>
            <a:rect l="l" t="t" r="r" b="b"/>
            <a:pathLst>
              <a:path w="855979" h="132714">
                <a:moveTo>
                  <a:pt x="113791" y="0"/>
                </a:moveTo>
                <a:lnTo>
                  <a:pt x="0" y="66319"/>
                </a:lnTo>
                <a:lnTo>
                  <a:pt x="113791" y="132638"/>
                </a:lnTo>
                <a:lnTo>
                  <a:pt x="122554" y="130340"/>
                </a:lnTo>
                <a:lnTo>
                  <a:pt x="130428" y="116712"/>
                </a:lnTo>
                <a:lnTo>
                  <a:pt x="128143" y="107962"/>
                </a:lnTo>
                <a:lnTo>
                  <a:pt x="81208" y="80606"/>
                </a:lnTo>
                <a:lnTo>
                  <a:pt x="28447" y="80606"/>
                </a:lnTo>
                <a:lnTo>
                  <a:pt x="28447" y="52031"/>
                </a:lnTo>
                <a:lnTo>
                  <a:pt x="81208" y="52031"/>
                </a:lnTo>
                <a:lnTo>
                  <a:pt x="128143" y="24676"/>
                </a:lnTo>
                <a:lnTo>
                  <a:pt x="130428" y="15925"/>
                </a:lnTo>
                <a:lnTo>
                  <a:pt x="122554" y="2298"/>
                </a:lnTo>
                <a:lnTo>
                  <a:pt x="113791" y="0"/>
                </a:lnTo>
                <a:close/>
              </a:path>
              <a:path w="855979" h="132714">
                <a:moveTo>
                  <a:pt x="81208" y="52031"/>
                </a:moveTo>
                <a:lnTo>
                  <a:pt x="28447" y="52031"/>
                </a:lnTo>
                <a:lnTo>
                  <a:pt x="28447" y="80606"/>
                </a:lnTo>
                <a:lnTo>
                  <a:pt x="81208" y="80606"/>
                </a:lnTo>
                <a:lnTo>
                  <a:pt x="77878" y="78663"/>
                </a:lnTo>
                <a:lnTo>
                  <a:pt x="35559" y="78663"/>
                </a:lnTo>
                <a:lnTo>
                  <a:pt x="35559" y="53974"/>
                </a:lnTo>
                <a:lnTo>
                  <a:pt x="77878" y="53974"/>
                </a:lnTo>
                <a:lnTo>
                  <a:pt x="81208" y="52031"/>
                </a:lnTo>
                <a:close/>
              </a:path>
              <a:path w="855979" h="132714">
                <a:moveTo>
                  <a:pt x="855852" y="52031"/>
                </a:moveTo>
                <a:lnTo>
                  <a:pt x="81208" y="52031"/>
                </a:lnTo>
                <a:lnTo>
                  <a:pt x="56719" y="66319"/>
                </a:lnTo>
                <a:lnTo>
                  <a:pt x="81208" y="80606"/>
                </a:lnTo>
                <a:lnTo>
                  <a:pt x="855852" y="80606"/>
                </a:lnTo>
                <a:lnTo>
                  <a:pt x="855852" y="52031"/>
                </a:lnTo>
                <a:close/>
              </a:path>
              <a:path w="855979" h="132714">
                <a:moveTo>
                  <a:pt x="35559" y="53974"/>
                </a:moveTo>
                <a:lnTo>
                  <a:pt x="35559" y="78663"/>
                </a:lnTo>
                <a:lnTo>
                  <a:pt x="56719" y="66319"/>
                </a:lnTo>
                <a:lnTo>
                  <a:pt x="35559" y="53974"/>
                </a:lnTo>
                <a:close/>
              </a:path>
              <a:path w="855979" h="132714">
                <a:moveTo>
                  <a:pt x="56719" y="66319"/>
                </a:moveTo>
                <a:lnTo>
                  <a:pt x="35559" y="78663"/>
                </a:lnTo>
                <a:lnTo>
                  <a:pt x="77878" y="78663"/>
                </a:lnTo>
                <a:lnTo>
                  <a:pt x="56719" y="66319"/>
                </a:lnTo>
                <a:close/>
              </a:path>
              <a:path w="855979" h="132714">
                <a:moveTo>
                  <a:pt x="77878" y="53974"/>
                </a:moveTo>
                <a:lnTo>
                  <a:pt x="35559" y="53974"/>
                </a:lnTo>
                <a:lnTo>
                  <a:pt x="56719" y="66319"/>
                </a:lnTo>
                <a:lnTo>
                  <a:pt x="77878" y="53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895600" y="6019801"/>
            <a:ext cx="1447800" cy="462947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spcBef>
                <a:spcPts val="250"/>
              </a:spcBef>
            </a:pPr>
            <a:endParaRPr sz="1400">
              <a:latin typeface="Times New Roman"/>
              <a:cs typeface="Times New Roman"/>
            </a:endParaRPr>
          </a:p>
          <a:p>
            <a:pPr marL="122555"/>
            <a:r>
              <a:rPr sz="1400" dirty="0">
                <a:latin typeface="Georgia"/>
                <a:cs typeface="Georgia"/>
              </a:rPr>
              <a:t>9.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Execute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20" dirty="0">
                <a:latin typeface="Georgia"/>
                <a:cs typeface="Georgia"/>
              </a:rPr>
              <a:t>plan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553206" y="5486273"/>
            <a:ext cx="132715" cy="534035"/>
          </a:xfrm>
          <a:custGeom>
            <a:avLst/>
            <a:gdLst/>
            <a:ahLst/>
            <a:cxnLst/>
            <a:rect l="l" t="t" r="r" b="b"/>
            <a:pathLst>
              <a:path w="132714" h="534035">
                <a:moveTo>
                  <a:pt x="66293" y="56677"/>
                </a:moveTo>
                <a:lnTo>
                  <a:pt x="52056" y="81083"/>
                </a:lnTo>
                <a:lnTo>
                  <a:pt x="52069" y="533526"/>
                </a:lnTo>
                <a:lnTo>
                  <a:pt x="80644" y="533526"/>
                </a:lnTo>
                <a:lnTo>
                  <a:pt x="80531" y="81083"/>
                </a:lnTo>
                <a:lnTo>
                  <a:pt x="66293" y="56677"/>
                </a:lnTo>
                <a:close/>
              </a:path>
              <a:path w="132714" h="534035">
                <a:moveTo>
                  <a:pt x="66293" y="0"/>
                </a:moveTo>
                <a:lnTo>
                  <a:pt x="3937" y="106946"/>
                </a:lnTo>
                <a:lnTo>
                  <a:pt x="0" y="113753"/>
                </a:lnTo>
                <a:lnTo>
                  <a:pt x="2286" y="122504"/>
                </a:lnTo>
                <a:lnTo>
                  <a:pt x="9143" y="126479"/>
                </a:lnTo>
                <a:lnTo>
                  <a:pt x="15875" y="130454"/>
                </a:lnTo>
                <a:lnTo>
                  <a:pt x="24637" y="128155"/>
                </a:lnTo>
                <a:lnTo>
                  <a:pt x="28575" y="121335"/>
                </a:lnTo>
                <a:lnTo>
                  <a:pt x="51956" y="81255"/>
                </a:lnTo>
                <a:lnTo>
                  <a:pt x="51943" y="28447"/>
                </a:lnTo>
                <a:lnTo>
                  <a:pt x="82881" y="28447"/>
                </a:lnTo>
                <a:lnTo>
                  <a:pt x="66293" y="0"/>
                </a:lnTo>
                <a:close/>
              </a:path>
              <a:path w="132714" h="534035">
                <a:moveTo>
                  <a:pt x="82881" y="28447"/>
                </a:moveTo>
                <a:lnTo>
                  <a:pt x="80518" y="28447"/>
                </a:lnTo>
                <a:lnTo>
                  <a:pt x="80631" y="81255"/>
                </a:lnTo>
                <a:lnTo>
                  <a:pt x="104012" y="121335"/>
                </a:lnTo>
                <a:lnTo>
                  <a:pt x="107950" y="128155"/>
                </a:lnTo>
                <a:lnTo>
                  <a:pt x="116712" y="130454"/>
                </a:lnTo>
                <a:lnTo>
                  <a:pt x="123443" y="126479"/>
                </a:lnTo>
                <a:lnTo>
                  <a:pt x="130301" y="122504"/>
                </a:lnTo>
                <a:lnTo>
                  <a:pt x="132587" y="113753"/>
                </a:lnTo>
                <a:lnTo>
                  <a:pt x="128650" y="106946"/>
                </a:lnTo>
                <a:lnTo>
                  <a:pt x="82881" y="28447"/>
                </a:lnTo>
                <a:close/>
              </a:path>
              <a:path w="132714" h="534035">
                <a:moveTo>
                  <a:pt x="80518" y="28447"/>
                </a:moveTo>
                <a:lnTo>
                  <a:pt x="51943" y="28447"/>
                </a:lnTo>
                <a:lnTo>
                  <a:pt x="51956" y="81083"/>
                </a:lnTo>
                <a:lnTo>
                  <a:pt x="66293" y="56677"/>
                </a:lnTo>
                <a:lnTo>
                  <a:pt x="53975" y="35559"/>
                </a:lnTo>
                <a:lnTo>
                  <a:pt x="80519" y="35559"/>
                </a:lnTo>
                <a:lnTo>
                  <a:pt x="80518" y="28447"/>
                </a:lnTo>
                <a:close/>
              </a:path>
              <a:path w="132714" h="534035">
                <a:moveTo>
                  <a:pt x="80519" y="35559"/>
                </a:moveTo>
                <a:lnTo>
                  <a:pt x="78612" y="35559"/>
                </a:lnTo>
                <a:lnTo>
                  <a:pt x="66293" y="56677"/>
                </a:lnTo>
                <a:lnTo>
                  <a:pt x="80531" y="81083"/>
                </a:lnTo>
                <a:lnTo>
                  <a:pt x="80519" y="35559"/>
                </a:lnTo>
                <a:close/>
              </a:path>
              <a:path w="132714" h="534035">
                <a:moveTo>
                  <a:pt x="78612" y="35559"/>
                </a:moveTo>
                <a:lnTo>
                  <a:pt x="53975" y="35559"/>
                </a:lnTo>
                <a:lnTo>
                  <a:pt x="66293" y="56677"/>
                </a:lnTo>
                <a:lnTo>
                  <a:pt x="78612" y="35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895600" y="4800600"/>
            <a:ext cx="1447800" cy="471924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72110" marR="128905" indent="-236220">
              <a:spcBef>
                <a:spcPts val="320"/>
              </a:spcBef>
            </a:pPr>
            <a:r>
              <a:rPr sz="1400" dirty="0">
                <a:latin typeface="Georgia"/>
                <a:cs typeface="Georgia"/>
              </a:rPr>
              <a:t>10.</a:t>
            </a:r>
            <a:r>
              <a:rPr sz="1400" spc="-1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Lower</a:t>
            </a:r>
            <a:r>
              <a:rPr sz="1400" spc="-2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level planning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595688" y="2600706"/>
            <a:ext cx="1619885" cy="2214245"/>
            <a:chOff x="2071687" y="2600705"/>
            <a:chExt cx="1619885" cy="2214245"/>
          </a:xfrm>
        </p:grpSpPr>
        <p:sp>
          <p:nvSpPr>
            <p:cNvPr id="44" name="object 44"/>
            <p:cNvSpPr/>
            <p:nvPr/>
          </p:nvSpPr>
          <p:spPr>
            <a:xfrm>
              <a:off x="2085975" y="2666999"/>
              <a:ext cx="0" cy="2133600"/>
            </a:xfrm>
            <a:custGeom>
              <a:avLst/>
              <a:gdLst/>
              <a:ahLst/>
              <a:cxnLst/>
              <a:rect l="l" t="t" r="r" b="b"/>
              <a:pathLst>
                <a:path h="2133600">
                  <a:moveTo>
                    <a:pt x="0" y="0"/>
                  </a:moveTo>
                  <a:lnTo>
                    <a:pt x="0" y="2133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90674" y="2600705"/>
              <a:ext cx="1600835" cy="1123315"/>
            </a:xfrm>
            <a:custGeom>
              <a:avLst/>
              <a:gdLst/>
              <a:ahLst/>
              <a:cxnLst/>
              <a:rect l="l" t="t" r="r" b="b"/>
              <a:pathLst>
                <a:path w="1600835" h="1123314">
                  <a:moveTo>
                    <a:pt x="928878" y="1056894"/>
                  </a:moveTo>
                  <a:lnTo>
                    <a:pt x="904265" y="1042543"/>
                  </a:lnTo>
                  <a:lnTo>
                    <a:pt x="815086" y="990600"/>
                  </a:lnTo>
                  <a:lnTo>
                    <a:pt x="806323" y="992886"/>
                  </a:lnTo>
                  <a:lnTo>
                    <a:pt x="802386" y="999744"/>
                  </a:lnTo>
                  <a:lnTo>
                    <a:pt x="798449" y="1006475"/>
                  </a:lnTo>
                  <a:lnTo>
                    <a:pt x="800735" y="1015238"/>
                  </a:lnTo>
                  <a:lnTo>
                    <a:pt x="847585" y="1042543"/>
                  </a:lnTo>
                  <a:lnTo>
                    <a:pt x="14351" y="1042543"/>
                  </a:lnTo>
                  <a:lnTo>
                    <a:pt x="14351" y="1071118"/>
                  </a:lnTo>
                  <a:lnTo>
                    <a:pt x="847801" y="1071118"/>
                  </a:lnTo>
                  <a:lnTo>
                    <a:pt x="800735" y="1098550"/>
                  </a:lnTo>
                  <a:lnTo>
                    <a:pt x="798449" y="1107313"/>
                  </a:lnTo>
                  <a:lnTo>
                    <a:pt x="802386" y="1114044"/>
                  </a:lnTo>
                  <a:lnTo>
                    <a:pt x="806323" y="1120902"/>
                  </a:lnTo>
                  <a:lnTo>
                    <a:pt x="815086" y="1123188"/>
                  </a:lnTo>
                  <a:lnTo>
                    <a:pt x="904481" y="1071118"/>
                  </a:lnTo>
                  <a:lnTo>
                    <a:pt x="928878" y="1056894"/>
                  </a:lnTo>
                  <a:close/>
                </a:path>
                <a:path w="1600835" h="1123314">
                  <a:moveTo>
                    <a:pt x="1600327" y="66294"/>
                  </a:moveTo>
                  <a:lnTo>
                    <a:pt x="1575930" y="52070"/>
                  </a:lnTo>
                  <a:lnTo>
                    <a:pt x="1486662" y="0"/>
                  </a:lnTo>
                  <a:lnTo>
                    <a:pt x="1477899" y="2286"/>
                  </a:lnTo>
                  <a:lnTo>
                    <a:pt x="1473962" y="9144"/>
                  </a:lnTo>
                  <a:lnTo>
                    <a:pt x="1469898" y="15875"/>
                  </a:lnTo>
                  <a:lnTo>
                    <a:pt x="1472184" y="24638"/>
                  </a:lnTo>
                  <a:lnTo>
                    <a:pt x="1519250" y="52070"/>
                  </a:lnTo>
                  <a:lnTo>
                    <a:pt x="0" y="52070"/>
                  </a:lnTo>
                  <a:lnTo>
                    <a:pt x="0" y="80645"/>
                  </a:lnTo>
                  <a:lnTo>
                    <a:pt x="1519034" y="80645"/>
                  </a:lnTo>
                  <a:lnTo>
                    <a:pt x="1472184" y="107950"/>
                  </a:lnTo>
                  <a:lnTo>
                    <a:pt x="1469898" y="116713"/>
                  </a:lnTo>
                  <a:lnTo>
                    <a:pt x="1473962" y="123444"/>
                  </a:lnTo>
                  <a:lnTo>
                    <a:pt x="1477899" y="130302"/>
                  </a:lnTo>
                  <a:lnTo>
                    <a:pt x="1486662" y="132588"/>
                  </a:lnTo>
                  <a:lnTo>
                    <a:pt x="1575714" y="80645"/>
                  </a:lnTo>
                  <a:lnTo>
                    <a:pt x="1600327" y="662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885058" y="2769234"/>
            <a:ext cx="68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Review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86937" y="3622929"/>
            <a:ext cx="1085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 marR="5080" indent="-27051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Lower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level </a:t>
            </a:r>
            <a:r>
              <a:rPr spc="-10" dirty="0">
                <a:latin typeface="Calibri"/>
                <a:cs typeface="Calibri"/>
              </a:rPr>
              <a:t>detail</a:t>
            </a:r>
            <a:endParaRPr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953000" y="3141662"/>
            <a:ext cx="3276600" cy="3657600"/>
          </a:xfrm>
          <a:custGeom>
            <a:avLst/>
            <a:gdLst/>
            <a:ahLst/>
            <a:cxnLst/>
            <a:rect l="l" t="t" r="r" b="b"/>
            <a:pathLst>
              <a:path w="3276600" h="3657600">
                <a:moveTo>
                  <a:pt x="0" y="3657600"/>
                </a:moveTo>
                <a:lnTo>
                  <a:pt x="3276600" y="3657600"/>
                </a:lnTo>
                <a:lnTo>
                  <a:pt x="3276600" y="0"/>
                </a:lnTo>
                <a:lnTo>
                  <a:pt x="0" y="0"/>
                </a:lnTo>
                <a:lnTo>
                  <a:pt x="0" y="365760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346" y="431237"/>
            <a:ext cx="8339254" cy="936589"/>
          </a:xfrm>
          <a:prstGeom prst="rect">
            <a:avLst/>
          </a:prstGeom>
        </p:spPr>
        <p:txBody>
          <a:bodyPr vert="horz" wrap="square" lIns="0" tIns="439851" rIns="0" bIns="0" rtlCol="0" anchor="ctr">
            <a:spAutoFit/>
          </a:bodyPr>
          <a:lstStyle/>
          <a:p>
            <a:pPr marL="2328545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252525"/>
                </a:solidFill>
              </a:rPr>
              <a:t>7 </a:t>
            </a:r>
            <a:r>
              <a:rPr sz="3200" dirty="0">
                <a:solidFill>
                  <a:srgbClr val="252525"/>
                </a:solidFill>
              </a:rPr>
              <a:t>Basic </a:t>
            </a:r>
            <a:r>
              <a:rPr lang="en-IN" sz="3200" dirty="0">
                <a:solidFill>
                  <a:srgbClr val="252525"/>
                </a:solidFill>
                <a:cs typeface="Times New Roman" panose="02020603050405020304" pitchFamily="18" charset="0"/>
              </a:rPr>
              <a:t>Q</a:t>
            </a:r>
            <a:r>
              <a:rPr lang="en-IN" sz="3200" dirty="0">
                <a:cs typeface="Times New Roman" panose="02020603050405020304" pitchFamily="18" charset="0"/>
              </a:rPr>
              <a:t>uality Control </a:t>
            </a:r>
            <a:r>
              <a:rPr sz="3200" spc="-80" dirty="0">
                <a:solidFill>
                  <a:srgbClr val="252525"/>
                </a:solidFill>
              </a:rPr>
              <a:t>Tools</a:t>
            </a:r>
            <a:r>
              <a:rPr lang="en-US" sz="3200" spc="-80" dirty="0">
                <a:solidFill>
                  <a:srgbClr val="252525"/>
                </a:solidFill>
              </a:rPr>
              <a:t> </a:t>
            </a:r>
            <a:r>
              <a:rPr lang="en-IN" sz="3200" dirty="0">
                <a:cs typeface="Times New Roman" panose="02020603050405020304" pitchFamily="18" charset="0"/>
              </a:rPr>
              <a:t>(7QC)</a:t>
            </a:r>
            <a:endParaRPr sz="3200" spc="-80" dirty="0">
              <a:solidFill>
                <a:srgbClr val="252525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6478" y="1620708"/>
            <a:ext cx="3571240" cy="35147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97180" indent="-284480">
              <a:spcBef>
                <a:spcPts val="735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Cause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&amp;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Effect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Diagram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090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Flowchart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110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Histogram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100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Pareto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Chart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095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Check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Sheet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105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Scatter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Diagram</a:t>
            </a:r>
            <a:endParaRPr sz="2400" dirty="0">
              <a:latin typeface="Arial MT"/>
              <a:cs typeface="Arial MT"/>
            </a:endParaRPr>
          </a:p>
          <a:p>
            <a:pPr marL="297180" indent="-284480">
              <a:spcBef>
                <a:spcPts val="1105"/>
              </a:spcBef>
              <a:buClr>
                <a:srgbClr val="AB936B"/>
              </a:buClr>
              <a:buSzPct val="114583"/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Control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Chart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8F03-56E4-50F4-10AC-910F223C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12" y="1179576"/>
            <a:ext cx="2875788" cy="1190752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Arial MT"/>
                <a:cs typeface="Arial MT"/>
              </a:rPr>
              <a:t>Cause</a:t>
            </a:r>
            <a:r>
              <a:rPr lang="en-IN" sz="2400" spc="-45" dirty="0">
                <a:latin typeface="Arial MT"/>
                <a:cs typeface="Arial MT"/>
              </a:rPr>
              <a:t> </a:t>
            </a:r>
            <a:r>
              <a:rPr lang="en-IN" sz="2400" dirty="0">
                <a:latin typeface="Arial MT"/>
                <a:cs typeface="Arial MT"/>
              </a:rPr>
              <a:t>&amp;</a:t>
            </a:r>
            <a:r>
              <a:rPr lang="en-IN" sz="2400" spc="-50" dirty="0">
                <a:latin typeface="Arial MT"/>
                <a:cs typeface="Arial MT"/>
              </a:rPr>
              <a:t> </a:t>
            </a:r>
            <a:r>
              <a:rPr lang="en-IN" sz="2400" dirty="0">
                <a:latin typeface="Arial MT"/>
                <a:cs typeface="Arial MT"/>
              </a:rPr>
              <a:t>Effect</a:t>
            </a:r>
            <a:r>
              <a:rPr lang="en-IN" sz="2400" spc="-60" dirty="0">
                <a:latin typeface="Arial MT"/>
                <a:cs typeface="Arial MT"/>
              </a:rPr>
              <a:t> </a:t>
            </a:r>
            <a:r>
              <a:rPr lang="en-IN" sz="2400" spc="-10" dirty="0">
                <a:latin typeface="Arial MT"/>
                <a:cs typeface="Arial MT"/>
              </a:rPr>
              <a:t>Diagram</a:t>
            </a:r>
            <a:br>
              <a:rPr lang="en-IN" sz="2400" dirty="0">
                <a:latin typeface="Arial MT"/>
                <a:cs typeface="Arial MT"/>
              </a:rPr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23A2-82F6-DE98-9EAD-CC46012D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18054"/>
            <a:ext cx="2579180" cy="3207258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IN" sz="1800" spc="-90" dirty="0"/>
              <a:t>To</a:t>
            </a:r>
            <a:r>
              <a:rPr lang="en-IN" sz="1800" spc="-25" dirty="0"/>
              <a:t> </a:t>
            </a:r>
            <a:r>
              <a:rPr lang="en-IN" sz="1800" dirty="0"/>
              <a:t>identify</a:t>
            </a:r>
            <a:r>
              <a:rPr lang="en-IN" sz="1800" spc="-40" dirty="0"/>
              <a:t> </a:t>
            </a:r>
            <a:r>
              <a:rPr lang="en-IN" sz="1800" dirty="0"/>
              <a:t>cause</a:t>
            </a:r>
            <a:r>
              <a:rPr lang="en-IN" sz="1800" spc="-50" dirty="0"/>
              <a:t> </a:t>
            </a:r>
            <a:r>
              <a:rPr lang="en-IN" sz="1800" dirty="0"/>
              <a:t>and</a:t>
            </a:r>
            <a:r>
              <a:rPr lang="en-IN" sz="1800" spc="-65" dirty="0"/>
              <a:t> </a:t>
            </a:r>
            <a:r>
              <a:rPr lang="en-IN" sz="1800" spc="-10" dirty="0"/>
              <a:t>effect</a:t>
            </a:r>
            <a:r>
              <a:rPr lang="en-IN" sz="1800" spc="-45" dirty="0"/>
              <a:t> </a:t>
            </a:r>
            <a:r>
              <a:rPr lang="en-IN" sz="1800" spc="-10" dirty="0"/>
              <a:t>relationship</a:t>
            </a:r>
          </a:p>
          <a:p>
            <a:pPr marL="285750" indent="-285750"/>
            <a:endParaRPr lang="en-IN" sz="1800" spc="-10" dirty="0"/>
          </a:p>
          <a:p>
            <a:pPr marL="285750" indent="-285750"/>
            <a:endParaRPr lang="en-US" sz="18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81ABF65-F100-47C6-DA4F-7407FF1158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3770" y="1905001"/>
            <a:ext cx="5191506" cy="28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4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A83C-C997-2E9B-8B27-2AB6A59AA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Arial MT"/>
              </a:rPr>
              <a:t>Flow Charts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0DDCD-9FEE-0C25-EC95-07B787B0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528" y="2779776"/>
            <a:ext cx="3341754" cy="2395646"/>
          </a:xfrm>
        </p:spPr>
        <p:txBody>
          <a:bodyPr anchor="t">
            <a:normAutofit fontScale="77500" lnSpcReduction="20000"/>
          </a:bodyPr>
          <a:lstStyle/>
          <a:p>
            <a:pPr marL="285750" indent="-285750"/>
            <a:r>
              <a:rPr lang="en-IN" sz="1800" dirty="0"/>
              <a:t>Basic</a:t>
            </a:r>
            <a:r>
              <a:rPr lang="en-IN" sz="1800" spc="-40" dirty="0"/>
              <a:t> </a:t>
            </a:r>
            <a:r>
              <a:rPr lang="en-IN" sz="1800" dirty="0"/>
              <a:t>processing</a:t>
            </a:r>
            <a:r>
              <a:rPr lang="en-IN" sz="1800" spc="-45" dirty="0"/>
              <a:t> </a:t>
            </a:r>
            <a:r>
              <a:rPr lang="en-IN" sz="1800" dirty="0"/>
              <a:t>performed</a:t>
            </a:r>
            <a:r>
              <a:rPr lang="en-IN" sz="1800" spc="-55" dirty="0"/>
              <a:t> </a:t>
            </a:r>
            <a:r>
              <a:rPr lang="en-IN" sz="1800" dirty="0"/>
              <a:t>when</a:t>
            </a:r>
            <a:r>
              <a:rPr lang="en-IN" sz="1800" spc="-55" dirty="0"/>
              <a:t> </a:t>
            </a:r>
            <a:r>
              <a:rPr lang="en-IN" sz="1800" dirty="0"/>
              <a:t>collecting</a:t>
            </a:r>
            <a:r>
              <a:rPr lang="en-IN" sz="1800" spc="-55" dirty="0"/>
              <a:t> </a:t>
            </a:r>
            <a:r>
              <a:rPr lang="en-IN" sz="1800" spc="-10" dirty="0"/>
              <a:t>data.</a:t>
            </a:r>
          </a:p>
          <a:p>
            <a:pPr marL="285750" indent="-285750"/>
            <a:endParaRPr lang="en-IN" sz="1800" dirty="0"/>
          </a:p>
          <a:p>
            <a:pPr marL="285750" indent="-285750"/>
            <a:r>
              <a:rPr lang="en-IN" sz="1800" dirty="0"/>
              <a:t>Flowcharts show the logical steps in a process and how various elements within a system are related. </a:t>
            </a:r>
          </a:p>
          <a:p>
            <a:pPr marL="285750" indent="-285750"/>
            <a:endParaRPr lang="en-IN" sz="1800" dirty="0"/>
          </a:p>
          <a:p>
            <a:pPr marL="285750" indent="-285750"/>
            <a:r>
              <a:rPr lang="en-IN" sz="1800" dirty="0"/>
              <a:t>They can be used to determine and analyse potential problems in quality planning and quality control.</a:t>
            </a:r>
          </a:p>
          <a:p>
            <a:endParaRPr lang="en-US" sz="15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FE37C8C-033B-E171-C804-ACB257D056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080449"/>
            <a:ext cx="4295394" cy="28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56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A2AF-F9B4-CAE9-03C5-4DEACBE4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024" y="1161288"/>
            <a:ext cx="2664904" cy="1239012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Arial MT"/>
              </a:rPr>
              <a:t>Pareto diagram</a:t>
            </a:r>
            <a:endParaRPr lang="en-US" sz="2400" dirty="0">
              <a:latin typeface="Arial M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50DD2-6F46-D240-35FE-F237CC97A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58440"/>
            <a:ext cx="3334896" cy="3471672"/>
          </a:xfrm>
        </p:spPr>
        <p:txBody>
          <a:bodyPr anchor="t">
            <a:normAutofit/>
          </a:bodyPr>
          <a:lstStyle/>
          <a:p>
            <a:pPr marL="12700" marR="59690">
              <a:lnSpc>
                <a:spcPct val="93000"/>
              </a:lnSpc>
              <a:spcBef>
                <a:spcPts val="60"/>
              </a:spcBef>
            </a:pPr>
            <a:endParaRPr lang="en-IN" sz="1800" spc="-90" dirty="0"/>
          </a:p>
          <a:p>
            <a:pPr marL="285750" marR="5080" indent="-285750">
              <a:lnSpc>
                <a:spcPct val="92800"/>
              </a:lnSpc>
              <a:spcBef>
                <a:spcPts val="1225"/>
              </a:spcBef>
            </a:pPr>
            <a:r>
              <a:rPr lang="en-IN" sz="1800" spc="-90" dirty="0"/>
              <a:t>To identify current status and issues.</a:t>
            </a:r>
          </a:p>
          <a:p>
            <a:pPr marL="285750" marR="5080" indent="-285750">
              <a:lnSpc>
                <a:spcPct val="92800"/>
              </a:lnSpc>
              <a:spcBef>
                <a:spcPts val="1225"/>
              </a:spcBef>
            </a:pPr>
            <a:r>
              <a:rPr lang="en-IN" sz="1800" spc="-90" dirty="0"/>
              <a:t>Based on Pareto’s principle, frequently referred to as the 80/20 rule or 80/20 principle. Which means that eighty percent of the cost of defects are caused by twenty percent of the problems.</a:t>
            </a:r>
          </a:p>
          <a:p>
            <a:pPr marL="285750" marR="5080" indent="-285750">
              <a:lnSpc>
                <a:spcPct val="92800"/>
              </a:lnSpc>
              <a:spcBef>
                <a:spcPts val="1225"/>
              </a:spcBef>
            </a:pPr>
            <a:endParaRPr lang="en-IN" sz="2300" spc="-90" dirty="0"/>
          </a:p>
          <a:p>
            <a:endParaRPr lang="en-US" sz="15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F51631A-BB6A-51C0-3019-5EF9FFC80E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888" y="1458038"/>
            <a:ext cx="5191506" cy="40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82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BA5F-33DE-95D5-FF6E-B10650F2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Arial MT"/>
              </a:rPr>
              <a:t>Scatter Diagram</a:t>
            </a:r>
            <a:endParaRPr lang="en-US" sz="2400" dirty="0">
              <a:latin typeface="Arial M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C669-C07C-E0F2-B272-A17FA927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18054"/>
            <a:ext cx="2579180" cy="3207258"/>
          </a:xfrm>
        </p:spPr>
        <p:txBody>
          <a:bodyPr anchor="t">
            <a:normAutofit/>
          </a:bodyPr>
          <a:lstStyle/>
          <a:p>
            <a:pPr marL="285750" indent="-285750"/>
            <a:endParaRPr lang="en-IN" sz="1600" spc="-90" dirty="0"/>
          </a:p>
          <a:p>
            <a:pPr marL="285750" indent="-285750"/>
            <a:r>
              <a:rPr lang="en-IN" sz="1600" spc="-90" dirty="0"/>
              <a:t>To</a:t>
            </a:r>
            <a:r>
              <a:rPr lang="en-IN" sz="1600" spc="-20" dirty="0"/>
              <a:t> </a:t>
            </a:r>
            <a:r>
              <a:rPr lang="en-IN" sz="1600" dirty="0"/>
              <a:t>identify</a:t>
            </a:r>
            <a:r>
              <a:rPr lang="en-IN" sz="1600" spc="-40" dirty="0"/>
              <a:t> </a:t>
            </a:r>
            <a:r>
              <a:rPr lang="en-IN" sz="1600" spc="-10" dirty="0"/>
              <a:t>relationship</a:t>
            </a:r>
            <a:r>
              <a:rPr lang="en-IN" sz="1600" spc="-35" dirty="0"/>
              <a:t> </a:t>
            </a:r>
            <a:r>
              <a:rPr lang="en-IN" sz="1600" dirty="0"/>
              <a:t>between</a:t>
            </a:r>
            <a:r>
              <a:rPr lang="en-IN" sz="1600" spc="-50" dirty="0"/>
              <a:t> </a:t>
            </a:r>
            <a:r>
              <a:rPr lang="en-IN" sz="1600" dirty="0"/>
              <a:t>two</a:t>
            </a:r>
            <a:r>
              <a:rPr lang="en-IN" sz="1600" spc="-55" dirty="0"/>
              <a:t> </a:t>
            </a:r>
            <a:r>
              <a:rPr lang="en-IN" sz="1600" spc="-10" dirty="0"/>
              <a:t>things.</a:t>
            </a:r>
            <a:endParaRPr lang="en-IN" sz="1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AEFB37D-94CD-9123-4F35-4FC67B0667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888" y="2019182"/>
            <a:ext cx="5191506" cy="292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6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6A5D-17AB-F89F-048F-B46A59AD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Arial MT"/>
              </a:rPr>
              <a:t>Histogram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D6957-4A8D-2439-126B-16DCC79D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18055"/>
            <a:ext cx="2578608" cy="1942897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IN" sz="1600" spc="-90" dirty="0"/>
              <a:t>To</a:t>
            </a:r>
            <a:r>
              <a:rPr lang="en-IN" sz="1600" spc="-25" dirty="0"/>
              <a:t> </a:t>
            </a:r>
            <a:r>
              <a:rPr lang="en-IN" sz="1600" dirty="0"/>
              <a:t>see</a:t>
            </a:r>
            <a:r>
              <a:rPr lang="en-IN" sz="1600" spc="-20" dirty="0"/>
              <a:t> </a:t>
            </a:r>
            <a:r>
              <a:rPr lang="en-IN" sz="1600" dirty="0"/>
              <a:t>the</a:t>
            </a:r>
            <a:r>
              <a:rPr lang="en-IN" sz="1600" spc="-30" dirty="0"/>
              <a:t> </a:t>
            </a:r>
            <a:r>
              <a:rPr lang="en-IN" sz="1600" dirty="0"/>
              <a:t>distribution</a:t>
            </a:r>
            <a:r>
              <a:rPr lang="en-IN" sz="1600" spc="-30" dirty="0"/>
              <a:t> </a:t>
            </a:r>
            <a:r>
              <a:rPr lang="en-IN" sz="1600" dirty="0"/>
              <a:t>of</a:t>
            </a:r>
            <a:r>
              <a:rPr lang="en-IN" sz="1600" spc="-25" dirty="0"/>
              <a:t> </a:t>
            </a:r>
            <a:r>
              <a:rPr lang="en-IN" sz="1600" spc="-20" dirty="0"/>
              <a:t>data.</a:t>
            </a:r>
          </a:p>
          <a:p>
            <a:pPr marL="285750" indent="-285750"/>
            <a:endParaRPr lang="en-IN" sz="1600" spc="-20" dirty="0"/>
          </a:p>
          <a:p>
            <a:pPr marL="285750" indent="-285750"/>
            <a:r>
              <a:rPr lang="en-US" sz="1600" dirty="0"/>
              <a:t>A </a:t>
            </a:r>
            <a:r>
              <a:rPr lang="en-US" sz="1600" b="1" dirty="0"/>
              <a:t>histogram</a:t>
            </a:r>
            <a:r>
              <a:rPr lang="en-US" sz="1600" dirty="0"/>
              <a:t> is a bar graph of a distribution of variables.</a:t>
            </a:r>
          </a:p>
          <a:p>
            <a:pPr marL="285750" indent="-285750"/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6BB7D-CD22-8CDB-A7CC-B30D907B9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88" y="2187905"/>
            <a:ext cx="5191506" cy="258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23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6C2D-C2B4-2AA5-81BB-CB41D9C3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Arial MT"/>
              </a:rPr>
              <a:t>Check Sheets</a:t>
            </a:r>
            <a:endParaRPr lang="en-US" sz="2400" dirty="0">
              <a:latin typeface="Arial M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23046-95E8-FB43-A257-634824215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18054"/>
            <a:ext cx="2537460" cy="1564152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IN" sz="1600" spc="-90" dirty="0"/>
              <a:t>To</a:t>
            </a:r>
            <a:r>
              <a:rPr lang="en-IN" sz="1600" spc="-25" dirty="0"/>
              <a:t> </a:t>
            </a:r>
            <a:r>
              <a:rPr lang="en-IN" sz="1600" dirty="0"/>
              <a:t>record</a:t>
            </a:r>
            <a:r>
              <a:rPr lang="en-IN" sz="1600" spc="-55" dirty="0"/>
              <a:t> </a:t>
            </a:r>
            <a:r>
              <a:rPr lang="en-IN" sz="1600" dirty="0"/>
              <a:t>data</a:t>
            </a:r>
            <a:r>
              <a:rPr lang="en-IN" sz="1600" spc="-55" dirty="0"/>
              <a:t> </a:t>
            </a:r>
            <a:r>
              <a:rPr lang="en-IN" sz="1600" spc="-10" dirty="0"/>
              <a:t>collections</a:t>
            </a:r>
            <a:endParaRPr lang="en-IN" sz="1600" dirty="0"/>
          </a:p>
          <a:p>
            <a:pPr marL="285750" indent="-285750"/>
            <a:endParaRPr lang="en-US" sz="1600" dirty="0"/>
          </a:p>
          <a:p>
            <a:pPr marL="285750" indent="-285750"/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9114C-741A-BF98-A102-347E4D9B3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88" y="2603226"/>
            <a:ext cx="5191506" cy="17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24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A629-586A-D91B-E82E-E2FB67F1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dirty="0">
                <a:latin typeface="Arial MT"/>
              </a:rPr>
              <a:t>Control Chart Graph</a:t>
            </a:r>
            <a:endParaRPr lang="en-US" sz="2400" dirty="0">
              <a:latin typeface="Arial M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18D3F-C774-A5A3-2AFD-E29C432FC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320" y="2718054"/>
            <a:ext cx="2579180" cy="3207258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IN" sz="1600" spc="-90" dirty="0"/>
              <a:t>To</a:t>
            </a:r>
            <a:r>
              <a:rPr lang="en-IN" sz="1600" spc="-20" dirty="0"/>
              <a:t> </a:t>
            </a:r>
            <a:r>
              <a:rPr lang="en-IN" sz="1600" dirty="0"/>
              <a:t>find</a:t>
            </a:r>
            <a:r>
              <a:rPr lang="en-IN" sz="1600" spc="-30" dirty="0"/>
              <a:t> </a:t>
            </a:r>
            <a:r>
              <a:rPr lang="en-IN" sz="1600" dirty="0"/>
              <a:t>out</a:t>
            </a:r>
            <a:r>
              <a:rPr lang="en-IN" sz="1600" spc="-50" dirty="0"/>
              <a:t> </a:t>
            </a:r>
            <a:r>
              <a:rPr lang="en-IN" sz="1600" dirty="0"/>
              <a:t>abnormalities</a:t>
            </a:r>
            <a:r>
              <a:rPr lang="en-IN" sz="1600" spc="-15" dirty="0"/>
              <a:t> </a:t>
            </a:r>
            <a:r>
              <a:rPr lang="en-IN" sz="1600" dirty="0"/>
              <a:t>and</a:t>
            </a:r>
            <a:r>
              <a:rPr lang="en-IN" sz="1600" spc="-35" dirty="0"/>
              <a:t> </a:t>
            </a:r>
            <a:r>
              <a:rPr lang="en-IN" sz="1600" dirty="0"/>
              <a:t>finding</a:t>
            </a:r>
            <a:r>
              <a:rPr lang="en-IN" sz="1600" spc="-40" dirty="0"/>
              <a:t> </a:t>
            </a:r>
            <a:r>
              <a:rPr lang="en-IN" sz="1600" dirty="0"/>
              <a:t>the</a:t>
            </a:r>
            <a:r>
              <a:rPr lang="en-IN" sz="1600" spc="-35" dirty="0"/>
              <a:t> </a:t>
            </a:r>
            <a:r>
              <a:rPr lang="en-IN" sz="1600" dirty="0"/>
              <a:t>current</a:t>
            </a:r>
            <a:r>
              <a:rPr lang="en-IN" sz="1600" spc="390" dirty="0"/>
              <a:t> </a:t>
            </a:r>
            <a:r>
              <a:rPr lang="en-IN" sz="1600" spc="-10" dirty="0"/>
              <a:t>status.</a:t>
            </a:r>
          </a:p>
          <a:p>
            <a:pPr marL="285750" indent="-285750"/>
            <a:endParaRPr lang="en-IN" sz="1600" dirty="0"/>
          </a:p>
          <a:p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BB195-0715-7885-0B41-8367ECAA9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88" y="1798543"/>
            <a:ext cx="5191506" cy="336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1506</Words>
  <Application>Microsoft Office PowerPoint</Application>
  <PresentationFormat>Widescreen</PresentationFormat>
  <Paragraphs>248</Paragraphs>
  <Slides>34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Aptos Display</vt:lpstr>
      <vt:lpstr>Arial</vt:lpstr>
      <vt:lpstr>Arial MT</vt:lpstr>
      <vt:lpstr>Calibri</vt:lpstr>
      <vt:lpstr>Georgia</vt:lpstr>
      <vt:lpstr>Impact</vt:lpstr>
      <vt:lpstr>Tahoma</vt:lpstr>
      <vt:lpstr>Times New Roman</vt:lpstr>
      <vt:lpstr>Wingdings</vt:lpstr>
      <vt:lpstr>Office Theme</vt:lpstr>
      <vt:lpstr>PowerPoint Presentation</vt:lpstr>
      <vt:lpstr>Topic-1</vt:lpstr>
      <vt:lpstr>Earned Value Management</vt:lpstr>
      <vt:lpstr>Earned Value Management</vt:lpstr>
      <vt:lpstr>Traditional management Vs Earned Value Management</vt:lpstr>
      <vt:lpstr>Earned Value Terms</vt:lpstr>
      <vt:lpstr>Steps in Earned Value Management</vt:lpstr>
      <vt:lpstr>Earned Value Example</vt:lpstr>
      <vt:lpstr>An Earned Value Management System (EVMS) framework</vt:lpstr>
      <vt:lpstr>An Earned Value Management System (EVMS) framework</vt:lpstr>
      <vt:lpstr>PowerPoint Presentation</vt:lpstr>
      <vt:lpstr>PowerPoint Presentation</vt:lpstr>
      <vt:lpstr>Topic-2</vt:lpstr>
      <vt:lpstr>Definitions of Quality</vt:lpstr>
      <vt:lpstr>How Do We Manage Quality?</vt:lpstr>
      <vt:lpstr>Quality management activities</vt:lpstr>
      <vt:lpstr>Quality Assurance &amp; Quality Control</vt:lpstr>
      <vt:lpstr>Quality Assurance Vs Control</vt:lpstr>
      <vt:lpstr>Focus- Assurance Vs Control</vt:lpstr>
      <vt:lpstr>Software Quality Assurance</vt:lpstr>
      <vt:lpstr>SQA</vt:lpstr>
      <vt:lpstr>Quality planning</vt:lpstr>
      <vt:lpstr>Quality plan structure</vt:lpstr>
      <vt:lpstr>Quality plans</vt:lpstr>
      <vt:lpstr>Typical contents of a quality plan</vt:lpstr>
      <vt:lpstr>PowerPoint Presentation</vt:lpstr>
      <vt:lpstr>7 Basic Quality Control Tools (7QC)</vt:lpstr>
      <vt:lpstr>Cause &amp; Effect Diagram </vt:lpstr>
      <vt:lpstr>Flow Charts</vt:lpstr>
      <vt:lpstr>Pareto diagram</vt:lpstr>
      <vt:lpstr>Scatter Diagram</vt:lpstr>
      <vt:lpstr>Histogram</vt:lpstr>
      <vt:lpstr>Check Sheets</vt:lpstr>
      <vt:lpstr>Control Chart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Achyut Shankar</dc:creator>
  <cp:lastModifiedBy>Achyut Shankar</cp:lastModifiedBy>
  <cp:revision>1</cp:revision>
  <dcterms:created xsi:type="dcterms:W3CDTF">2025-10-02T19:42:13Z</dcterms:created>
  <dcterms:modified xsi:type="dcterms:W3CDTF">2025-10-02T19:54:58Z</dcterms:modified>
</cp:coreProperties>
</file>