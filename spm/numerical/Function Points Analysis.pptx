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9" r:id="rId4"/>
    <p:sldId id="258" r:id="rId5"/>
    <p:sldId id="260" r:id="rId6"/>
    <p:sldId id="261" r:id="rId7"/>
    <p:sldId id="263" r:id="rId8"/>
    <p:sldId id="265" r:id="rId9"/>
    <p:sldId id="269" r:id="rId10"/>
    <p:sldId id="271" r:id="rId11"/>
    <p:sldId id="272" r:id="rId12"/>
    <p:sldId id="273" r:id="rId13"/>
    <p:sldId id="276" r:id="rId14"/>
    <p:sldId id="283" r:id="rId15"/>
    <p:sldId id="275" r:id="rId16"/>
    <p:sldId id="282" r:id="rId17"/>
    <p:sldId id="277" r:id="rId18"/>
    <p:sldId id="278" r:id="rId19"/>
    <p:sldId id="279" r:id="rId20"/>
    <p:sldId id="280" r:id="rId21"/>
    <p:sldId id="281" r:id="rId22"/>
    <p:sldId id="34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24BCAB-2D6D-45B0-BF4D-BAADF87E16D3}" v="120" dt="2025-07-04T09:00:08.323"/>
    <p1510:client id="{3CEDE0B1-B804-4B9F-B3AE-5CE4B7178C1E}" v="3" dt="2025-07-03T17:19:23.4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72532" autoAdjust="0"/>
  </p:normalViewPr>
  <p:slideViewPr>
    <p:cSldViewPr snapToGrid="0">
      <p:cViewPr varScale="1">
        <p:scale>
          <a:sx n="46" d="100"/>
          <a:sy n="46" d="100"/>
        </p:scale>
        <p:origin x="125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bhi Solanki" userId="f6739839-37ac-4028-8b12-c8c79bfd27bf" providerId="ADAL" clId="{3CEDE0B1-B804-4B9F-B3AE-5CE4B7178C1E}"/>
    <pc:docChg chg="custSel addSld delSld modSld">
      <pc:chgData name="Surabhi Solanki" userId="f6739839-37ac-4028-8b12-c8c79bfd27bf" providerId="ADAL" clId="{3CEDE0B1-B804-4B9F-B3AE-5CE4B7178C1E}" dt="2025-07-03T17:19:53.575" v="31" actId="1076"/>
      <pc:docMkLst>
        <pc:docMk/>
      </pc:docMkLst>
      <pc:sldChg chg="delSp modSp add mod setBg delAnim delDesignElem">
        <pc:chgData name="Surabhi Solanki" userId="f6739839-37ac-4028-8b12-c8c79bfd27bf" providerId="ADAL" clId="{3CEDE0B1-B804-4B9F-B3AE-5CE4B7178C1E}" dt="2025-07-03T17:19:53.575" v="31" actId="1076"/>
        <pc:sldMkLst>
          <pc:docMk/>
          <pc:sldMk cId="0" sldId="256"/>
        </pc:sldMkLst>
        <pc:spChg chg="mod">
          <ac:chgData name="Surabhi Solanki" userId="f6739839-37ac-4028-8b12-c8c79bfd27bf" providerId="ADAL" clId="{3CEDE0B1-B804-4B9F-B3AE-5CE4B7178C1E}" dt="2025-07-03T17:19:53.575" v="31" actId="1076"/>
          <ac:spMkLst>
            <pc:docMk/>
            <pc:sldMk cId="0" sldId="256"/>
            <ac:spMk id="2050" creationId="{4FBB1BAE-C4F8-07BB-DF40-0B848E60EEB1}"/>
          </ac:spMkLst>
        </pc:spChg>
        <pc:spChg chg="del">
          <ac:chgData name="Surabhi Solanki" userId="f6739839-37ac-4028-8b12-c8c79bfd27bf" providerId="ADAL" clId="{3CEDE0B1-B804-4B9F-B3AE-5CE4B7178C1E}" dt="2025-07-03T17:19:23.472" v="4"/>
          <ac:spMkLst>
            <pc:docMk/>
            <pc:sldMk cId="0" sldId="256"/>
            <ac:spMk id="2079" creationId="{BAD76F3E-3A97-486B-B402-44400A8B9173}"/>
          </ac:spMkLst>
        </pc:spChg>
        <pc:spChg chg="del">
          <ac:chgData name="Surabhi Solanki" userId="f6739839-37ac-4028-8b12-c8c79bfd27bf" providerId="ADAL" clId="{3CEDE0B1-B804-4B9F-B3AE-5CE4B7178C1E}" dt="2025-07-03T17:19:23.472" v="4"/>
          <ac:spMkLst>
            <pc:docMk/>
            <pc:sldMk cId="0" sldId="256"/>
            <ac:spMk id="2081" creationId="{391F6B52-91F4-4AEB-B6DB-29FEBCF28C8B}"/>
          </ac:spMkLst>
        </pc:spChg>
        <pc:spChg chg="del">
          <ac:chgData name="Surabhi Solanki" userId="f6739839-37ac-4028-8b12-c8c79bfd27bf" providerId="ADAL" clId="{3CEDE0B1-B804-4B9F-B3AE-5CE4B7178C1E}" dt="2025-07-03T17:19:23.472" v="4"/>
          <ac:spMkLst>
            <pc:docMk/>
            <pc:sldMk cId="0" sldId="256"/>
            <ac:spMk id="2083" creationId="{2CD6F061-7C53-44F4-9794-953DB70A451B}"/>
          </ac:spMkLst>
        </pc:spChg>
        <pc:picChg chg="del">
          <ac:chgData name="Surabhi Solanki" userId="f6739839-37ac-4028-8b12-c8c79bfd27bf" providerId="ADAL" clId="{3CEDE0B1-B804-4B9F-B3AE-5CE4B7178C1E}" dt="2025-07-03T17:19:30.752" v="5" actId="478"/>
          <ac:picMkLst>
            <pc:docMk/>
            <pc:sldMk cId="0" sldId="256"/>
            <ac:picMk id="8" creationId="{1AD9AE87-700E-FA0B-92E6-39787CDC9172}"/>
          </ac:picMkLst>
        </pc:picChg>
      </pc:sldChg>
      <pc:sldChg chg="del">
        <pc:chgData name="Surabhi Solanki" userId="f6739839-37ac-4028-8b12-c8c79bfd27bf" providerId="ADAL" clId="{3CEDE0B1-B804-4B9F-B3AE-5CE4B7178C1E}" dt="2025-07-03T17:19:06.970" v="0" actId="47"/>
        <pc:sldMkLst>
          <pc:docMk/>
          <pc:sldMk cId="109857222" sldId="256"/>
        </pc:sldMkLst>
      </pc:sldChg>
      <pc:sldChg chg="addSp modSp">
        <pc:chgData name="Surabhi Solanki" userId="f6739839-37ac-4028-8b12-c8c79bfd27bf" providerId="ADAL" clId="{3CEDE0B1-B804-4B9F-B3AE-5CE4B7178C1E}" dt="2025-07-03T17:19:12.900" v="2"/>
        <pc:sldMkLst>
          <pc:docMk/>
          <pc:sldMk cId="403343979" sldId="257"/>
        </pc:sldMkLst>
        <pc:spChg chg="add mod">
          <ac:chgData name="Surabhi Solanki" userId="f6739839-37ac-4028-8b12-c8c79bfd27bf" providerId="ADAL" clId="{3CEDE0B1-B804-4B9F-B3AE-5CE4B7178C1E}" dt="2025-07-03T17:19:12.900" v="2"/>
          <ac:spMkLst>
            <pc:docMk/>
            <pc:sldMk cId="403343979" sldId="257"/>
            <ac:spMk id="4" creationId="{B5790696-8DA5-F657-35EE-D2A82ADF9C48}"/>
          </ac:spMkLst>
        </pc:spChg>
      </pc:sldChg>
    </pc:docChg>
  </pc:docChgLst>
  <pc:docChgLst>
    <pc:chgData name="Surabhi Solanki" userId="f6739839-37ac-4028-8b12-c8c79bfd27bf" providerId="ADAL" clId="{2924BCAB-2D6D-45B0-BF4D-BAADF87E16D3}"/>
    <pc:docChg chg="undo custSel addSld modSld">
      <pc:chgData name="Surabhi Solanki" userId="f6739839-37ac-4028-8b12-c8c79bfd27bf" providerId="ADAL" clId="{2924BCAB-2D6D-45B0-BF4D-BAADF87E16D3}" dt="2025-07-04T09:00:08.323" v="296"/>
      <pc:docMkLst>
        <pc:docMk/>
      </pc:docMkLst>
      <pc:sldChg chg="addSp delSp modSp mod modTransition setBg modAnim modNotesTx">
        <pc:chgData name="Surabhi Solanki" userId="f6739839-37ac-4028-8b12-c8c79bfd27bf" providerId="ADAL" clId="{2924BCAB-2D6D-45B0-BF4D-BAADF87E16D3}" dt="2025-07-04T07:48:23.622" v="294" actId="478"/>
        <pc:sldMkLst>
          <pc:docMk/>
          <pc:sldMk cId="0" sldId="256"/>
        </pc:sldMkLst>
        <pc:spChg chg="add del">
          <ac:chgData name="Surabhi Solanki" userId="f6739839-37ac-4028-8b12-c8c79bfd27bf" providerId="ADAL" clId="{2924BCAB-2D6D-45B0-BF4D-BAADF87E16D3}" dt="2025-07-04T07:48:23.240" v="293" actId="478"/>
          <ac:spMkLst>
            <pc:docMk/>
            <pc:sldMk cId="0" sldId="256"/>
            <ac:spMk id="2" creationId="{AF90E322-6AA4-80F6-6443-46F94CC6402D}"/>
          </ac:spMkLst>
        </pc:spChg>
        <pc:spChg chg="mod">
          <ac:chgData name="Surabhi Solanki" userId="f6739839-37ac-4028-8b12-c8c79bfd27bf" providerId="ADAL" clId="{2924BCAB-2D6D-45B0-BF4D-BAADF87E16D3}" dt="2025-07-04T07:48:22.826" v="292" actId="26606"/>
          <ac:spMkLst>
            <pc:docMk/>
            <pc:sldMk cId="0" sldId="256"/>
            <ac:spMk id="2050" creationId="{4FBB1BAE-C4F8-07BB-DF40-0B848E60EEB1}"/>
          </ac:spMkLst>
        </pc:spChg>
        <pc:spChg chg="mod">
          <ac:chgData name="Surabhi Solanki" userId="f6739839-37ac-4028-8b12-c8c79bfd27bf" providerId="ADAL" clId="{2924BCAB-2D6D-45B0-BF4D-BAADF87E16D3}" dt="2025-07-04T07:48:22.826" v="292" actId="26606"/>
          <ac:spMkLst>
            <pc:docMk/>
            <pc:sldMk cId="0" sldId="256"/>
            <ac:spMk id="2051" creationId="{9955FA62-49FB-401A-AB08-966F83DDDEF4}"/>
          </ac:spMkLst>
        </pc:spChg>
        <pc:spChg chg="add del">
          <ac:chgData name="Surabhi Solanki" userId="f6739839-37ac-4028-8b12-c8c79bfd27bf" providerId="ADAL" clId="{2924BCAB-2D6D-45B0-BF4D-BAADF87E16D3}" dt="2025-07-04T07:48:22.826" v="292" actId="26606"/>
          <ac:spMkLst>
            <pc:docMk/>
            <pc:sldMk cId="0" sldId="256"/>
            <ac:spMk id="2057" creationId="{C8320351-9FA2-4A26-885B-BB8F3E4902D2}"/>
          </ac:spMkLst>
        </pc:spChg>
        <pc:spChg chg="add del">
          <ac:chgData name="Surabhi Solanki" userId="f6739839-37ac-4028-8b12-c8c79bfd27bf" providerId="ADAL" clId="{2924BCAB-2D6D-45B0-BF4D-BAADF87E16D3}" dt="2025-07-04T07:48:22.826" v="292" actId="26606"/>
          <ac:spMkLst>
            <pc:docMk/>
            <pc:sldMk cId="0" sldId="256"/>
            <ac:spMk id="2059" creationId="{68CD2EFB-78C2-4C6E-A6B9-4ED12FAD5B99}"/>
          </ac:spMkLst>
        </pc:spChg>
        <pc:picChg chg="add del mod">
          <ac:chgData name="Surabhi Solanki" userId="f6739839-37ac-4028-8b12-c8c79bfd27bf" providerId="ADAL" clId="{2924BCAB-2D6D-45B0-BF4D-BAADF87E16D3}" dt="2025-07-04T06:22:57.401" v="92"/>
          <ac:picMkLst>
            <pc:docMk/>
            <pc:sldMk cId="0" sldId="256"/>
            <ac:picMk id="4" creationId="{941B0F64-9A7F-5220-EC25-E47D1C8F8FD6}"/>
          </ac:picMkLst>
        </pc:picChg>
        <pc:picChg chg="add del mod">
          <ac:chgData name="Surabhi Solanki" userId="f6739839-37ac-4028-8b12-c8c79bfd27bf" providerId="ADAL" clId="{2924BCAB-2D6D-45B0-BF4D-BAADF87E16D3}" dt="2025-07-04T06:23:00.538" v="94"/>
          <ac:picMkLst>
            <pc:docMk/>
            <pc:sldMk cId="0" sldId="256"/>
            <ac:picMk id="5" creationId="{2F0AC7D2-9193-5E8E-001D-F9A80F8FFF28}"/>
          </ac:picMkLst>
        </pc:picChg>
        <pc:picChg chg="add del mod ord">
          <ac:chgData name="Surabhi Solanki" userId="f6739839-37ac-4028-8b12-c8c79bfd27bf" providerId="ADAL" clId="{2924BCAB-2D6D-45B0-BF4D-BAADF87E16D3}" dt="2025-07-04T06:23:38.544" v="95"/>
          <ac:picMkLst>
            <pc:docMk/>
            <pc:sldMk cId="0" sldId="256"/>
            <ac:picMk id="7" creationId="{75DF1856-1F2D-3BB7-C3E8-791DC8B8C687}"/>
          </ac:picMkLst>
        </pc:picChg>
        <pc:picChg chg="add del mod">
          <ac:chgData name="Surabhi Solanki" userId="f6739839-37ac-4028-8b12-c8c79bfd27bf" providerId="ADAL" clId="{2924BCAB-2D6D-45B0-BF4D-BAADF87E16D3}" dt="2025-07-04T06:23:42.801" v="97"/>
          <ac:picMkLst>
            <pc:docMk/>
            <pc:sldMk cId="0" sldId="256"/>
            <ac:picMk id="8" creationId="{292C60B0-75FD-EF2F-4094-1B7875F48722}"/>
          </ac:picMkLst>
        </pc:picChg>
        <pc:picChg chg="add del">
          <ac:chgData name="Surabhi Solanki" userId="f6739839-37ac-4028-8b12-c8c79bfd27bf" providerId="ADAL" clId="{2924BCAB-2D6D-45B0-BF4D-BAADF87E16D3}" dt="2025-07-04T07:48:23.622" v="294" actId="478"/>
          <ac:picMkLst>
            <pc:docMk/>
            <pc:sldMk cId="0" sldId="256"/>
            <ac:picMk id="10" creationId="{EB781AC4-7B77-42CD-92C6-640364D1448E}"/>
          </ac:picMkLst>
        </pc:picChg>
        <pc:picChg chg="add del mod ord">
          <ac:chgData name="Surabhi Solanki" userId="f6739839-37ac-4028-8b12-c8c79bfd27bf" providerId="ADAL" clId="{2924BCAB-2D6D-45B0-BF4D-BAADF87E16D3}" dt="2025-07-04T06:24:41.058" v="98"/>
          <ac:picMkLst>
            <pc:docMk/>
            <pc:sldMk cId="0" sldId="256"/>
            <ac:picMk id="11" creationId="{6F590601-0038-35F4-0A6C-AB879E23CA34}"/>
          </ac:picMkLst>
        </pc:picChg>
        <pc:picChg chg="add del mod">
          <ac:chgData name="Surabhi Solanki" userId="f6739839-37ac-4028-8b12-c8c79bfd27bf" providerId="ADAL" clId="{2924BCAB-2D6D-45B0-BF4D-BAADF87E16D3}" dt="2025-07-04T07:43:32.847" v="270"/>
          <ac:picMkLst>
            <pc:docMk/>
            <pc:sldMk cId="0" sldId="256"/>
            <ac:picMk id="12" creationId="{AEC89782-8D58-DED1-0E94-73219EC503A2}"/>
          </ac:picMkLst>
        </pc:picChg>
        <pc:picChg chg="add del">
          <ac:chgData name="Surabhi Solanki" userId="f6739839-37ac-4028-8b12-c8c79bfd27bf" providerId="ADAL" clId="{2924BCAB-2D6D-45B0-BF4D-BAADF87E16D3}" dt="2025-07-04T07:48:22.826" v="292" actId="26606"/>
          <ac:picMkLst>
            <pc:docMk/>
            <pc:sldMk cId="0" sldId="256"/>
            <ac:picMk id="2053" creationId="{C46711DE-732B-7F6F-0B87-FF4FF6366AAB}"/>
          </ac:picMkLst>
        </pc:picChg>
      </pc:sldChg>
      <pc:sldChg chg="addSp delSp modSp mod modTransition modAnim modNotesTx">
        <pc:chgData name="Surabhi Solanki" userId="f6739839-37ac-4028-8b12-c8c79bfd27bf" providerId="ADAL" clId="{2924BCAB-2D6D-45B0-BF4D-BAADF87E16D3}" dt="2025-07-04T07:43:36.763" v="271" actId="20577"/>
        <pc:sldMkLst>
          <pc:docMk/>
          <pc:sldMk cId="403343979" sldId="257"/>
        </pc:sldMkLst>
        <pc:spChg chg="mod">
          <ac:chgData name="Surabhi Solanki" userId="f6739839-37ac-4028-8b12-c8c79bfd27bf" providerId="ADAL" clId="{2924BCAB-2D6D-45B0-BF4D-BAADF87E16D3}" dt="2025-07-04T06:01:53.624" v="14" actId="26606"/>
          <ac:spMkLst>
            <pc:docMk/>
            <pc:sldMk cId="403343979" sldId="257"/>
            <ac:spMk id="2" creationId="{BC4F62A6-BABE-AAE9-66A3-109150DB8041}"/>
          </ac:spMkLst>
        </pc:spChg>
        <pc:spChg chg="del mod">
          <ac:chgData name="Surabhi Solanki" userId="f6739839-37ac-4028-8b12-c8c79bfd27bf" providerId="ADAL" clId="{2924BCAB-2D6D-45B0-BF4D-BAADF87E16D3}" dt="2025-07-04T06:01:12.712" v="6" actId="478"/>
          <ac:spMkLst>
            <pc:docMk/>
            <pc:sldMk cId="403343979" sldId="257"/>
            <ac:spMk id="3" creationId="{1F796C8C-99CF-7C83-512D-3B027D753FCC}"/>
          </ac:spMkLst>
        </pc:spChg>
        <pc:spChg chg="add del mod">
          <ac:chgData name="Surabhi Solanki" userId="f6739839-37ac-4028-8b12-c8c79bfd27bf" providerId="ADAL" clId="{2924BCAB-2D6D-45B0-BF4D-BAADF87E16D3}" dt="2025-07-04T06:01:41.645" v="11" actId="478"/>
          <ac:spMkLst>
            <pc:docMk/>
            <pc:sldMk cId="403343979" sldId="257"/>
            <ac:spMk id="4" creationId="{6948EC8A-B626-117E-FAF0-D93B29DC897E}"/>
          </ac:spMkLst>
        </pc:spChg>
        <pc:spChg chg="add mod">
          <ac:chgData name="Surabhi Solanki" userId="f6739839-37ac-4028-8b12-c8c79bfd27bf" providerId="ADAL" clId="{2924BCAB-2D6D-45B0-BF4D-BAADF87E16D3}" dt="2025-07-04T06:01:53.624" v="14" actId="26606"/>
          <ac:spMkLst>
            <pc:docMk/>
            <pc:sldMk cId="403343979" sldId="257"/>
            <ac:spMk id="5" creationId="{96EE664C-B4D3-9826-F52D-147B9B5A5C5B}"/>
          </ac:spMkLst>
        </pc:spChg>
        <pc:spChg chg="del">
          <ac:chgData name="Surabhi Solanki" userId="f6739839-37ac-4028-8b12-c8c79bfd27bf" providerId="ADAL" clId="{2924BCAB-2D6D-45B0-BF4D-BAADF87E16D3}" dt="2025-07-04T06:01:53.624" v="14" actId="26606"/>
          <ac:spMkLst>
            <pc:docMk/>
            <pc:sldMk cId="403343979" sldId="257"/>
            <ac:spMk id="15" creationId="{D5B0017B-2ECA-49AF-B397-DC140825DF8D}"/>
          </ac:spMkLst>
        </pc:spChg>
        <pc:spChg chg="del">
          <ac:chgData name="Surabhi Solanki" userId="f6739839-37ac-4028-8b12-c8c79bfd27bf" providerId="ADAL" clId="{2924BCAB-2D6D-45B0-BF4D-BAADF87E16D3}" dt="2025-07-04T06:01:53.624" v="14" actId="26606"/>
          <ac:spMkLst>
            <pc:docMk/>
            <pc:sldMk cId="403343979" sldId="257"/>
            <ac:spMk id="25" creationId="{B6CDA21F-E7AF-4C75-8395-33F58D5B0E45}"/>
          </ac:spMkLst>
        </pc:spChg>
        <pc:spChg chg="add">
          <ac:chgData name="Surabhi Solanki" userId="f6739839-37ac-4028-8b12-c8c79bfd27bf" providerId="ADAL" clId="{2924BCAB-2D6D-45B0-BF4D-BAADF87E16D3}" dt="2025-07-04T06:01:53.624" v="14" actId="26606"/>
          <ac:spMkLst>
            <pc:docMk/>
            <pc:sldMk cId="403343979" sldId="257"/>
            <ac:spMk id="32" creationId="{DBF61EA3-B236-439E-9C0B-340980D56BEE}"/>
          </ac:spMkLst>
        </pc:spChg>
        <pc:spChg chg="add">
          <ac:chgData name="Surabhi Solanki" userId="f6739839-37ac-4028-8b12-c8c79bfd27bf" providerId="ADAL" clId="{2924BCAB-2D6D-45B0-BF4D-BAADF87E16D3}" dt="2025-07-04T06:01:53.624" v="14" actId="26606"/>
          <ac:spMkLst>
            <pc:docMk/>
            <pc:sldMk cId="403343979" sldId="257"/>
            <ac:spMk id="38" creationId="{E659831F-0D9A-4C63-9EBB-8435B85A440F}"/>
          </ac:spMkLst>
        </pc:spChg>
        <pc:grpChg chg="del">
          <ac:chgData name="Surabhi Solanki" userId="f6739839-37ac-4028-8b12-c8c79bfd27bf" providerId="ADAL" clId="{2924BCAB-2D6D-45B0-BF4D-BAADF87E16D3}" dt="2025-07-04T06:01:53.624" v="14" actId="26606"/>
          <ac:grpSpMkLst>
            <pc:docMk/>
            <pc:sldMk cId="403343979" sldId="257"/>
            <ac:grpSpMk id="26" creationId="{AE1C45F0-260A-458C-96ED-C1F6D2151219}"/>
          </ac:grpSpMkLst>
        </pc:grpChg>
        <pc:grpChg chg="add">
          <ac:chgData name="Surabhi Solanki" userId="f6739839-37ac-4028-8b12-c8c79bfd27bf" providerId="ADAL" clId="{2924BCAB-2D6D-45B0-BF4D-BAADF87E16D3}" dt="2025-07-04T06:01:53.624" v="14" actId="26606"/>
          <ac:grpSpMkLst>
            <pc:docMk/>
            <pc:sldMk cId="403343979" sldId="257"/>
            <ac:grpSpMk id="34" creationId="{28FAF094-D087-493F-8DF9-A486C2D6BBAA}"/>
          </ac:grpSpMkLst>
        </pc:grpChg>
        <pc:picChg chg="add del mod">
          <ac:chgData name="Surabhi Solanki" userId="f6739839-37ac-4028-8b12-c8c79bfd27bf" providerId="ADAL" clId="{2924BCAB-2D6D-45B0-BF4D-BAADF87E16D3}" dt="2025-07-04T07:43:32.847" v="270"/>
          <ac:picMkLst>
            <pc:docMk/>
            <pc:sldMk cId="403343979" sldId="257"/>
            <ac:picMk id="7" creationId="{252F7B74-A48A-0670-9815-14C97C23B402}"/>
          </ac:picMkLst>
        </pc:picChg>
        <pc:cxnChg chg="del">
          <ac:chgData name="Surabhi Solanki" userId="f6739839-37ac-4028-8b12-c8c79bfd27bf" providerId="ADAL" clId="{2924BCAB-2D6D-45B0-BF4D-BAADF87E16D3}" dt="2025-07-04T06:01:53.624" v="14" actId="26606"/>
          <ac:cxnSpMkLst>
            <pc:docMk/>
            <pc:sldMk cId="403343979" sldId="257"/>
            <ac:cxnSpMk id="17" creationId="{6CF1BAF6-AD41-4082-B212-8A1F9A2E8779}"/>
          </ac:cxnSpMkLst>
        </pc:cxnChg>
      </pc:sldChg>
      <pc:sldChg chg="addSp delSp modSp mod modTransition modAnim modNotesTx">
        <pc:chgData name="Surabhi Solanki" userId="f6739839-37ac-4028-8b12-c8c79bfd27bf" providerId="ADAL" clId="{2924BCAB-2D6D-45B0-BF4D-BAADF87E16D3}" dt="2025-07-04T07:43:43.751" v="273" actId="20577"/>
        <pc:sldMkLst>
          <pc:docMk/>
          <pc:sldMk cId="4248522325" sldId="258"/>
        </pc:sldMkLst>
        <pc:spChg chg="mod">
          <ac:chgData name="Surabhi Solanki" userId="f6739839-37ac-4028-8b12-c8c79bfd27bf" providerId="ADAL" clId="{2924BCAB-2D6D-45B0-BF4D-BAADF87E16D3}" dt="2025-07-04T06:08:22.548" v="44" actId="26606"/>
          <ac:spMkLst>
            <pc:docMk/>
            <pc:sldMk cId="4248522325" sldId="258"/>
            <ac:spMk id="2" creationId="{408AD581-EF59-76D0-5FD0-AF6F006CAC90}"/>
          </ac:spMkLst>
        </pc:spChg>
        <pc:spChg chg="mod">
          <ac:chgData name="Surabhi Solanki" userId="f6739839-37ac-4028-8b12-c8c79bfd27bf" providerId="ADAL" clId="{2924BCAB-2D6D-45B0-BF4D-BAADF87E16D3}" dt="2025-07-04T06:08:47.408" v="48" actId="255"/>
          <ac:spMkLst>
            <pc:docMk/>
            <pc:sldMk cId="4248522325" sldId="258"/>
            <ac:spMk id="3" creationId="{73B4F26D-C6C4-91AC-2108-67E3590765D9}"/>
          </ac:spMkLst>
        </pc:spChg>
        <pc:spChg chg="del">
          <ac:chgData name="Surabhi Solanki" userId="f6739839-37ac-4028-8b12-c8c79bfd27bf" providerId="ADAL" clId="{2924BCAB-2D6D-45B0-BF4D-BAADF87E16D3}" dt="2025-07-04T06:08:22.548" v="44" actId="26606"/>
          <ac:spMkLst>
            <pc:docMk/>
            <pc:sldMk cId="4248522325" sldId="258"/>
            <ac:spMk id="23" creationId="{12609869-9E80-471B-A487-A53288E0E791}"/>
          </ac:spMkLst>
        </pc:spChg>
        <pc:spChg chg="del">
          <ac:chgData name="Surabhi Solanki" userId="f6739839-37ac-4028-8b12-c8c79bfd27bf" providerId="ADAL" clId="{2924BCAB-2D6D-45B0-BF4D-BAADF87E16D3}" dt="2025-07-04T06:08:22.548" v="44" actId="26606"/>
          <ac:spMkLst>
            <pc:docMk/>
            <pc:sldMk cId="4248522325" sldId="258"/>
            <ac:spMk id="24" creationId="{7004738A-9D34-43E8-97D2-CA0EED4F8BE0}"/>
          </ac:spMkLst>
        </pc:spChg>
        <pc:spChg chg="del">
          <ac:chgData name="Surabhi Solanki" userId="f6739839-37ac-4028-8b12-c8c79bfd27bf" providerId="ADAL" clId="{2924BCAB-2D6D-45B0-BF4D-BAADF87E16D3}" dt="2025-07-04T06:08:22.548" v="44" actId="26606"/>
          <ac:spMkLst>
            <pc:docMk/>
            <pc:sldMk cId="4248522325" sldId="258"/>
            <ac:spMk id="25" creationId="{B8B8D07F-F13E-443E-BA68-2D26672D76B9}"/>
          </ac:spMkLst>
        </pc:spChg>
        <pc:spChg chg="del">
          <ac:chgData name="Surabhi Solanki" userId="f6739839-37ac-4028-8b12-c8c79bfd27bf" providerId="ADAL" clId="{2924BCAB-2D6D-45B0-BF4D-BAADF87E16D3}" dt="2025-07-04T06:08:22.548" v="44" actId="26606"/>
          <ac:spMkLst>
            <pc:docMk/>
            <pc:sldMk cId="4248522325" sldId="258"/>
            <ac:spMk id="26" creationId="{2813A4FA-24A5-41ED-A534-3807D1B2F344}"/>
          </ac:spMkLst>
        </pc:spChg>
        <pc:spChg chg="del">
          <ac:chgData name="Surabhi Solanki" userId="f6739839-37ac-4028-8b12-c8c79bfd27bf" providerId="ADAL" clId="{2924BCAB-2D6D-45B0-BF4D-BAADF87E16D3}" dt="2025-07-04T06:08:22.548" v="44" actId="26606"/>
          <ac:spMkLst>
            <pc:docMk/>
            <pc:sldMk cId="4248522325" sldId="258"/>
            <ac:spMk id="27" creationId="{C3944F27-CA70-4E84-A51A-E6BF89558979}"/>
          </ac:spMkLst>
        </pc:spChg>
        <pc:spChg chg="add">
          <ac:chgData name="Surabhi Solanki" userId="f6739839-37ac-4028-8b12-c8c79bfd27bf" providerId="ADAL" clId="{2924BCAB-2D6D-45B0-BF4D-BAADF87E16D3}" dt="2025-07-04T06:08:22.548" v="44" actId="26606"/>
          <ac:spMkLst>
            <pc:docMk/>
            <pc:sldMk cId="4248522325" sldId="258"/>
            <ac:spMk id="32" creationId="{B6CDA21F-E7AF-4C75-8395-33F58D5B0E45}"/>
          </ac:spMkLst>
        </pc:spChg>
        <pc:spChg chg="add">
          <ac:chgData name="Surabhi Solanki" userId="f6739839-37ac-4028-8b12-c8c79bfd27bf" providerId="ADAL" clId="{2924BCAB-2D6D-45B0-BF4D-BAADF87E16D3}" dt="2025-07-04T06:08:22.548" v="44" actId="26606"/>
          <ac:spMkLst>
            <pc:docMk/>
            <pc:sldMk cId="4248522325" sldId="258"/>
            <ac:spMk id="39" creationId="{D5B0017B-2ECA-49AF-B397-DC140825DF8D}"/>
          </ac:spMkLst>
        </pc:spChg>
        <pc:grpChg chg="add">
          <ac:chgData name="Surabhi Solanki" userId="f6739839-37ac-4028-8b12-c8c79bfd27bf" providerId="ADAL" clId="{2924BCAB-2D6D-45B0-BF4D-BAADF87E16D3}" dt="2025-07-04T06:08:22.548" v="44" actId="26606"/>
          <ac:grpSpMkLst>
            <pc:docMk/>
            <pc:sldMk cId="4248522325" sldId="258"/>
            <ac:grpSpMk id="34" creationId="{AE1C45F0-260A-458C-96ED-C1F6D2151219}"/>
          </ac:grpSpMkLst>
        </pc:grpChg>
        <pc:picChg chg="del">
          <ac:chgData name="Surabhi Solanki" userId="f6739839-37ac-4028-8b12-c8c79bfd27bf" providerId="ADAL" clId="{2924BCAB-2D6D-45B0-BF4D-BAADF87E16D3}" dt="2025-07-04T06:08:15.358" v="43" actId="478"/>
          <ac:picMkLst>
            <pc:docMk/>
            <pc:sldMk cId="4248522325" sldId="258"/>
            <ac:picMk id="5" creationId="{0B3C37A6-60D9-03AD-647A-84FF5376E111}"/>
          </ac:picMkLst>
        </pc:picChg>
        <pc:picChg chg="add del mod">
          <ac:chgData name="Surabhi Solanki" userId="f6739839-37ac-4028-8b12-c8c79bfd27bf" providerId="ADAL" clId="{2924BCAB-2D6D-45B0-BF4D-BAADF87E16D3}" dt="2025-07-04T06:35:07.334" v="119"/>
          <ac:picMkLst>
            <pc:docMk/>
            <pc:sldMk cId="4248522325" sldId="258"/>
            <ac:picMk id="7" creationId="{4AE1EDD4-E8A1-F16D-E650-435D82AD96FB}"/>
          </ac:picMkLst>
        </pc:picChg>
        <pc:picChg chg="add del mod ord">
          <ac:chgData name="Surabhi Solanki" userId="f6739839-37ac-4028-8b12-c8c79bfd27bf" providerId="ADAL" clId="{2924BCAB-2D6D-45B0-BF4D-BAADF87E16D3}" dt="2025-07-04T06:35:25.793" v="120"/>
          <ac:picMkLst>
            <pc:docMk/>
            <pc:sldMk cId="4248522325" sldId="258"/>
            <ac:picMk id="14" creationId="{7BAE49CE-B070-453C-DE77-8A9E3C8E16AA}"/>
          </ac:picMkLst>
        </pc:picChg>
        <pc:picChg chg="add del mod">
          <ac:chgData name="Surabhi Solanki" userId="f6739839-37ac-4028-8b12-c8c79bfd27bf" providerId="ADAL" clId="{2924BCAB-2D6D-45B0-BF4D-BAADF87E16D3}" dt="2025-07-04T06:35:45.651" v="122"/>
          <ac:picMkLst>
            <pc:docMk/>
            <pc:sldMk cId="4248522325" sldId="258"/>
            <ac:picMk id="15" creationId="{BD1741FD-98A9-09F1-4E75-D8D5D4230659}"/>
          </ac:picMkLst>
        </pc:picChg>
        <pc:picChg chg="add del mod ord">
          <ac:chgData name="Surabhi Solanki" userId="f6739839-37ac-4028-8b12-c8c79bfd27bf" providerId="ADAL" clId="{2924BCAB-2D6D-45B0-BF4D-BAADF87E16D3}" dt="2025-07-04T06:36:38.966" v="123"/>
          <ac:picMkLst>
            <pc:docMk/>
            <pc:sldMk cId="4248522325" sldId="258"/>
            <ac:picMk id="17" creationId="{FA8743F4-7B77-EDB6-67AC-97F8321FD1F9}"/>
          </ac:picMkLst>
        </pc:picChg>
        <pc:picChg chg="add del mod">
          <ac:chgData name="Surabhi Solanki" userId="f6739839-37ac-4028-8b12-c8c79bfd27bf" providerId="ADAL" clId="{2924BCAB-2D6D-45B0-BF4D-BAADF87E16D3}" dt="2025-07-04T06:39:01.453" v="125"/>
          <ac:picMkLst>
            <pc:docMk/>
            <pc:sldMk cId="4248522325" sldId="258"/>
            <ac:picMk id="18" creationId="{870CFFA5-D147-6036-6CC4-C1A0F1CB69E1}"/>
          </ac:picMkLst>
        </pc:picChg>
        <pc:picChg chg="add del mod ord">
          <ac:chgData name="Surabhi Solanki" userId="f6739839-37ac-4028-8b12-c8c79bfd27bf" providerId="ADAL" clId="{2924BCAB-2D6D-45B0-BF4D-BAADF87E16D3}" dt="2025-07-04T06:39:40.385" v="126"/>
          <ac:picMkLst>
            <pc:docMk/>
            <pc:sldMk cId="4248522325" sldId="258"/>
            <ac:picMk id="21" creationId="{E8788BF6-CCBA-80EC-5C07-7EE28CCC9599}"/>
          </ac:picMkLst>
        </pc:picChg>
        <pc:picChg chg="add del mod">
          <ac:chgData name="Surabhi Solanki" userId="f6739839-37ac-4028-8b12-c8c79bfd27bf" providerId="ADAL" clId="{2924BCAB-2D6D-45B0-BF4D-BAADF87E16D3}" dt="2025-07-04T06:39:46.308" v="128"/>
          <ac:picMkLst>
            <pc:docMk/>
            <pc:sldMk cId="4248522325" sldId="258"/>
            <ac:picMk id="22" creationId="{14EABED5-06D2-A05D-1203-A03506B2C756}"/>
          </ac:picMkLst>
        </pc:picChg>
        <pc:picChg chg="add del mod ord">
          <ac:chgData name="Surabhi Solanki" userId="f6739839-37ac-4028-8b12-c8c79bfd27bf" providerId="ADAL" clId="{2924BCAB-2D6D-45B0-BF4D-BAADF87E16D3}" dt="2025-07-04T06:40:37.551" v="129"/>
          <ac:picMkLst>
            <pc:docMk/>
            <pc:sldMk cId="4248522325" sldId="258"/>
            <ac:picMk id="29" creationId="{4FE79E30-8589-1B03-02C6-0F4F46F9E73E}"/>
          </ac:picMkLst>
        </pc:picChg>
        <pc:picChg chg="add del mod">
          <ac:chgData name="Surabhi Solanki" userId="f6739839-37ac-4028-8b12-c8c79bfd27bf" providerId="ADAL" clId="{2924BCAB-2D6D-45B0-BF4D-BAADF87E16D3}" dt="2025-07-04T06:40:46.057" v="131"/>
          <ac:picMkLst>
            <pc:docMk/>
            <pc:sldMk cId="4248522325" sldId="258"/>
            <ac:picMk id="30" creationId="{713B5395-DBBF-1D56-FA9D-D718CFCE61E3}"/>
          </ac:picMkLst>
        </pc:picChg>
        <pc:picChg chg="add del mod ord">
          <ac:chgData name="Surabhi Solanki" userId="f6739839-37ac-4028-8b12-c8c79bfd27bf" providerId="ADAL" clId="{2924BCAB-2D6D-45B0-BF4D-BAADF87E16D3}" dt="2025-07-04T06:41:29.908" v="132"/>
          <ac:picMkLst>
            <pc:docMk/>
            <pc:sldMk cId="4248522325" sldId="258"/>
            <ac:picMk id="33" creationId="{7B7EEC75-9174-B218-8834-CA466A3F0037}"/>
          </ac:picMkLst>
        </pc:picChg>
        <pc:picChg chg="add del mod">
          <ac:chgData name="Surabhi Solanki" userId="f6739839-37ac-4028-8b12-c8c79bfd27bf" providerId="ADAL" clId="{2924BCAB-2D6D-45B0-BF4D-BAADF87E16D3}" dt="2025-07-04T06:42:47.783" v="137"/>
          <ac:picMkLst>
            <pc:docMk/>
            <pc:sldMk cId="4248522325" sldId="258"/>
            <ac:picMk id="38" creationId="{64ED24EE-1036-DC42-794B-BEFC4C5E25AE}"/>
          </ac:picMkLst>
        </pc:picChg>
        <pc:picChg chg="add del mod ord">
          <ac:chgData name="Surabhi Solanki" userId="f6739839-37ac-4028-8b12-c8c79bfd27bf" providerId="ADAL" clId="{2924BCAB-2D6D-45B0-BF4D-BAADF87E16D3}" dt="2025-07-04T06:43:34.003" v="138"/>
          <ac:picMkLst>
            <pc:docMk/>
            <pc:sldMk cId="4248522325" sldId="258"/>
            <ac:picMk id="43" creationId="{B4DECA5A-D801-0F60-98EE-42500751527B}"/>
          </ac:picMkLst>
        </pc:picChg>
        <pc:picChg chg="add del mod">
          <ac:chgData name="Surabhi Solanki" userId="f6739839-37ac-4028-8b12-c8c79bfd27bf" providerId="ADAL" clId="{2924BCAB-2D6D-45B0-BF4D-BAADF87E16D3}" dt="2025-07-04T06:43:57.587" v="140"/>
          <ac:picMkLst>
            <pc:docMk/>
            <pc:sldMk cId="4248522325" sldId="258"/>
            <ac:picMk id="44" creationId="{290A9787-0523-D2F4-98E0-928CC43F6727}"/>
          </ac:picMkLst>
        </pc:picChg>
        <pc:picChg chg="add del mod ord">
          <ac:chgData name="Surabhi Solanki" userId="f6739839-37ac-4028-8b12-c8c79bfd27bf" providerId="ADAL" clId="{2924BCAB-2D6D-45B0-BF4D-BAADF87E16D3}" dt="2025-07-04T06:47:20.780" v="141"/>
          <ac:picMkLst>
            <pc:docMk/>
            <pc:sldMk cId="4248522325" sldId="258"/>
            <ac:picMk id="46" creationId="{E5AD2B45-A7EE-1F77-C62A-DA8472C2E49A}"/>
          </ac:picMkLst>
        </pc:picChg>
        <pc:picChg chg="add del mod">
          <ac:chgData name="Surabhi Solanki" userId="f6739839-37ac-4028-8b12-c8c79bfd27bf" providerId="ADAL" clId="{2924BCAB-2D6D-45B0-BF4D-BAADF87E16D3}" dt="2025-07-04T06:49:39.460" v="152"/>
          <ac:picMkLst>
            <pc:docMk/>
            <pc:sldMk cId="4248522325" sldId="258"/>
            <ac:picMk id="47" creationId="{FFA24A8B-6C11-14A1-9003-7763AC519CB9}"/>
          </ac:picMkLst>
        </pc:picChg>
        <pc:picChg chg="add del mod ord">
          <ac:chgData name="Surabhi Solanki" userId="f6739839-37ac-4028-8b12-c8c79bfd27bf" providerId="ADAL" clId="{2924BCAB-2D6D-45B0-BF4D-BAADF87E16D3}" dt="2025-07-04T06:49:51.049" v="153"/>
          <ac:picMkLst>
            <pc:docMk/>
            <pc:sldMk cId="4248522325" sldId="258"/>
            <ac:picMk id="51" creationId="{9A41E8B2-1E6A-210C-4F99-2FA9583435EC}"/>
          </ac:picMkLst>
        </pc:picChg>
        <pc:picChg chg="add del mod">
          <ac:chgData name="Surabhi Solanki" userId="f6739839-37ac-4028-8b12-c8c79bfd27bf" providerId="ADAL" clId="{2924BCAB-2D6D-45B0-BF4D-BAADF87E16D3}" dt="2025-07-04T06:49:59.330" v="155"/>
          <ac:picMkLst>
            <pc:docMk/>
            <pc:sldMk cId="4248522325" sldId="258"/>
            <ac:picMk id="52" creationId="{B5C25A4A-4F47-D3A1-3811-55E1649B34C6}"/>
          </ac:picMkLst>
        </pc:picChg>
        <pc:picChg chg="add del mod ord">
          <ac:chgData name="Surabhi Solanki" userId="f6739839-37ac-4028-8b12-c8c79bfd27bf" providerId="ADAL" clId="{2924BCAB-2D6D-45B0-BF4D-BAADF87E16D3}" dt="2025-07-04T06:51:45.607" v="156"/>
          <ac:picMkLst>
            <pc:docMk/>
            <pc:sldMk cId="4248522325" sldId="258"/>
            <ac:picMk id="54" creationId="{924E002F-2858-7B26-A4D8-DA5FEE1B9877}"/>
          </ac:picMkLst>
        </pc:picChg>
        <pc:picChg chg="add del mod">
          <ac:chgData name="Surabhi Solanki" userId="f6739839-37ac-4028-8b12-c8c79bfd27bf" providerId="ADAL" clId="{2924BCAB-2D6D-45B0-BF4D-BAADF87E16D3}" dt="2025-07-04T06:52:19.956" v="158"/>
          <ac:picMkLst>
            <pc:docMk/>
            <pc:sldMk cId="4248522325" sldId="258"/>
            <ac:picMk id="55" creationId="{7B52AF61-A765-C35B-16FA-D005D439D928}"/>
          </ac:picMkLst>
        </pc:picChg>
        <pc:picChg chg="add del mod ord">
          <ac:chgData name="Surabhi Solanki" userId="f6739839-37ac-4028-8b12-c8c79bfd27bf" providerId="ADAL" clId="{2924BCAB-2D6D-45B0-BF4D-BAADF87E16D3}" dt="2025-07-04T06:55:23.863" v="159"/>
          <ac:picMkLst>
            <pc:docMk/>
            <pc:sldMk cId="4248522325" sldId="258"/>
            <ac:picMk id="58" creationId="{FA07E704-450A-ED9C-7059-41944CA8432F}"/>
          </ac:picMkLst>
        </pc:picChg>
        <pc:picChg chg="add del mod">
          <ac:chgData name="Surabhi Solanki" userId="f6739839-37ac-4028-8b12-c8c79bfd27bf" providerId="ADAL" clId="{2924BCAB-2D6D-45B0-BF4D-BAADF87E16D3}" dt="2025-07-04T07:43:32.847" v="270"/>
          <ac:picMkLst>
            <pc:docMk/>
            <pc:sldMk cId="4248522325" sldId="258"/>
            <ac:picMk id="59" creationId="{E45C3AEC-9940-898A-4654-BCFC2A32E4F3}"/>
          </ac:picMkLst>
        </pc:picChg>
        <pc:cxnChg chg="add">
          <ac:chgData name="Surabhi Solanki" userId="f6739839-37ac-4028-8b12-c8c79bfd27bf" providerId="ADAL" clId="{2924BCAB-2D6D-45B0-BF4D-BAADF87E16D3}" dt="2025-07-04T06:08:22.548" v="44" actId="26606"/>
          <ac:cxnSpMkLst>
            <pc:docMk/>
            <pc:sldMk cId="4248522325" sldId="258"/>
            <ac:cxnSpMk id="41" creationId="{6CF1BAF6-AD41-4082-B212-8A1F9A2E8779}"/>
          </ac:cxnSpMkLst>
        </pc:cxnChg>
      </pc:sldChg>
      <pc:sldChg chg="addSp delSp modSp mod modTransition modAnim modNotesTx">
        <pc:chgData name="Surabhi Solanki" userId="f6739839-37ac-4028-8b12-c8c79bfd27bf" providerId="ADAL" clId="{2924BCAB-2D6D-45B0-BF4D-BAADF87E16D3}" dt="2025-07-04T07:43:40.245" v="272" actId="20577"/>
        <pc:sldMkLst>
          <pc:docMk/>
          <pc:sldMk cId="1876805171" sldId="259"/>
        </pc:sldMkLst>
        <pc:picChg chg="add del mod">
          <ac:chgData name="Surabhi Solanki" userId="f6739839-37ac-4028-8b12-c8c79bfd27bf" providerId="ADAL" clId="{2924BCAB-2D6D-45B0-BF4D-BAADF87E16D3}" dt="2025-07-04T06:29:22.369" v="103"/>
          <ac:picMkLst>
            <pc:docMk/>
            <pc:sldMk cId="1876805171" sldId="259"/>
            <ac:picMk id="7" creationId="{8C0F0B2F-2DDD-99BA-0D1F-016EE37FD8E7}"/>
          </ac:picMkLst>
        </pc:picChg>
        <pc:picChg chg="add del mod ord">
          <ac:chgData name="Surabhi Solanki" userId="f6739839-37ac-4028-8b12-c8c79bfd27bf" providerId="ADAL" clId="{2924BCAB-2D6D-45B0-BF4D-BAADF87E16D3}" dt="2025-07-04T06:29:36.349" v="104"/>
          <ac:picMkLst>
            <pc:docMk/>
            <pc:sldMk cId="1876805171" sldId="259"/>
            <ac:picMk id="10" creationId="{9D151034-04DC-1786-5683-44FE5CC19978}"/>
          </ac:picMkLst>
        </pc:picChg>
        <pc:picChg chg="add del mod">
          <ac:chgData name="Surabhi Solanki" userId="f6739839-37ac-4028-8b12-c8c79bfd27bf" providerId="ADAL" clId="{2924BCAB-2D6D-45B0-BF4D-BAADF87E16D3}" dt="2025-07-04T06:29:54.202" v="106"/>
          <ac:picMkLst>
            <pc:docMk/>
            <pc:sldMk cId="1876805171" sldId="259"/>
            <ac:picMk id="12" creationId="{EC0BF0F9-6E74-EDF4-BC42-D7A23AF5722B}"/>
          </ac:picMkLst>
        </pc:picChg>
        <pc:picChg chg="add del mod ord">
          <ac:chgData name="Surabhi Solanki" userId="f6739839-37ac-4028-8b12-c8c79bfd27bf" providerId="ADAL" clId="{2924BCAB-2D6D-45B0-BF4D-BAADF87E16D3}" dt="2025-07-04T06:30:39.119" v="107"/>
          <ac:picMkLst>
            <pc:docMk/>
            <pc:sldMk cId="1876805171" sldId="259"/>
            <ac:picMk id="16" creationId="{146E6AE7-D3C0-8E00-5BE4-3D8A71AB7F44}"/>
          </ac:picMkLst>
        </pc:picChg>
        <pc:picChg chg="add del mod">
          <ac:chgData name="Surabhi Solanki" userId="f6739839-37ac-4028-8b12-c8c79bfd27bf" providerId="ADAL" clId="{2924BCAB-2D6D-45B0-BF4D-BAADF87E16D3}" dt="2025-07-04T06:30:46.607" v="109"/>
          <ac:picMkLst>
            <pc:docMk/>
            <pc:sldMk cId="1876805171" sldId="259"/>
            <ac:picMk id="17" creationId="{233136B1-6B70-2980-8F53-0F4947DF778E}"/>
          </ac:picMkLst>
        </pc:picChg>
        <pc:picChg chg="add del mod ord">
          <ac:chgData name="Surabhi Solanki" userId="f6739839-37ac-4028-8b12-c8c79bfd27bf" providerId="ADAL" clId="{2924BCAB-2D6D-45B0-BF4D-BAADF87E16D3}" dt="2025-07-04T06:30:54.373" v="110"/>
          <ac:picMkLst>
            <pc:docMk/>
            <pc:sldMk cId="1876805171" sldId="259"/>
            <ac:picMk id="19" creationId="{012EEA11-9AC8-DB99-BB4A-1D112F221135}"/>
          </ac:picMkLst>
        </pc:picChg>
        <pc:picChg chg="add del mod">
          <ac:chgData name="Surabhi Solanki" userId="f6739839-37ac-4028-8b12-c8c79bfd27bf" providerId="ADAL" clId="{2924BCAB-2D6D-45B0-BF4D-BAADF87E16D3}" dt="2025-07-04T06:30:58.373" v="112"/>
          <ac:picMkLst>
            <pc:docMk/>
            <pc:sldMk cId="1876805171" sldId="259"/>
            <ac:picMk id="20" creationId="{66B971CF-462B-781E-CE0B-699397229C0E}"/>
          </ac:picMkLst>
        </pc:picChg>
        <pc:picChg chg="add del mod ord">
          <ac:chgData name="Surabhi Solanki" userId="f6739839-37ac-4028-8b12-c8c79bfd27bf" providerId="ADAL" clId="{2924BCAB-2D6D-45B0-BF4D-BAADF87E16D3}" dt="2025-07-04T06:31:21.980" v="113"/>
          <ac:picMkLst>
            <pc:docMk/>
            <pc:sldMk cId="1876805171" sldId="259"/>
            <ac:picMk id="22" creationId="{5E56C67A-DB2E-4677-F3C3-2331BB7EAA19}"/>
          </ac:picMkLst>
        </pc:picChg>
        <pc:picChg chg="add del mod">
          <ac:chgData name="Surabhi Solanki" userId="f6739839-37ac-4028-8b12-c8c79bfd27bf" providerId="ADAL" clId="{2924BCAB-2D6D-45B0-BF4D-BAADF87E16D3}" dt="2025-07-04T06:31:24.699" v="115"/>
          <ac:picMkLst>
            <pc:docMk/>
            <pc:sldMk cId="1876805171" sldId="259"/>
            <ac:picMk id="23" creationId="{123A6181-814C-F61C-88C8-4BFE38B2D1E2}"/>
          </ac:picMkLst>
        </pc:picChg>
        <pc:picChg chg="add del mod ord">
          <ac:chgData name="Surabhi Solanki" userId="f6739839-37ac-4028-8b12-c8c79bfd27bf" providerId="ADAL" clId="{2924BCAB-2D6D-45B0-BF4D-BAADF87E16D3}" dt="2025-07-04T06:33:12.230" v="116"/>
          <ac:picMkLst>
            <pc:docMk/>
            <pc:sldMk cId="1876805171" sldId="259"/>
            <ac:picMk id="25" creationId="{61E1476A-5933-D28F-00C1-CB497D4D948A}"/>
          </ac:picMkLst>
        </pc:picChg>
        <pc:picChg chg="add del mod">
          <ac:chgData name="Surabhi Solanki" userId="f6739839-37ac-4028-8b12-c8c79bfd27bf" providerId="ADAL" clId="{2924BCAB-2D6D-45B0-BF4D-BAADF87E16D3}" dt="2025-07-04T07:43:32.847" v="270"/>
          <ac:picMkLst>
            <pc:docMk/>
            <pc:sldMk cId="1876805171" sldId="259"/>
            <ac:picMk id="26" creationId="{F9D77C73-5A3D-5811-5FE2-3A09655B873C}"/>
          </ac:picMkLst>
        </pc:picChg>
      </pc:sldChg>
      <pc:sldChg chg="addSp delSp modSp modTransition modAnim modNotesTx">
        <pc:chgData name="Surabhi Solanki" userId="f6739839-37ac-4028-8b12-c8c79bfd27bf" providerId="ADAL" clId="{2924BCAB-2D6D-45B0-BF4D-BAADF87E16D3}" dt="2025-07-04T07:43:47.805" v="274" actId="20577"/>
        <pc:sldMkLst>
          <pc:docMk/>
          <pc:sldMk cId="1637081324" sldId="260"/>
        </pc:sldMkLst>
        <pc:picChg chg="add del mod">
          <ac:chgData name="Surabhi Solanki" userId="f6739839-37ac-4028-8b12-c8c79bfd27bf" providerId="ADAL" clId="{2924BCAB-2D6D-45B0-BF4D-BAADF87E16D3}" dt="2025-07-04T07:43:32.847" v="270"/>
          <ac:picMkLst>
            <pc:docMk/>
            <pc:sldMk cId="1637081324" sldId="260"/>
            <ac:picMk id="24" creationId="{E058996C-7479-FB1D-B4B7-02AFA1CB539C}"/>
          </ac:picMkLst>
        </pc:picChg>
      </pc:sldChg>
      <pc:sldChg chg="addSp delSp modSp mod modTransition modAnim modNotesTx">
        <pc:chgData name="Surabhi Solanki" userId="f6739839-37ac-4028-8b12-c8c79bfd27bf" providerId="ADAL" clId="{2924BCAB-2D6D-45B0-BF4D-BAADF87E16D3}" dt="2025-07-04T07:43:51.543" v="275" actId="20577"/>
        <pc:sldMkLst>
          <pc:docMk/>
          <pc:sldMk cId="1597432379" sldId="261"/>
        </pc:sldMkLst>
        <pc:picChg chg="add del mod">
          <ac:chgData name="Surabhi Solanki" userId="f6739839-37ac-4028-8b12-c8c79bfd27bf" providerId="ADAL" clId="{2924BCAB-2D6D-45B0-BF4D-BAADF87E16D3}" dt="2025-07-04T06:57:24.216" v="163"/>
          <ac:picMkLst>
            <pc:docMk/>
            <pc:sldMk cId="1597432379" sldId="261"/>
            <ac:picMk id="16" creationId="{65B0CDA8-5681-C3BF-85BD-E20E69646A49}"/>
          </ac:picMkLst>
        </pc:picChg>
        <pc:picChg chg="add del mod ord">
          <ac:chgData name="Surabhi Solanki" userId="f6739839-37ac-4028-8b12-c8c79bfd27bf" providerId="ADAL" clId="{2924BCAB-2D6D-45B0-BF4D-BAADF87E16D3}" dt="2025-07-04T06:57:35.920" v="164"/>
          <ac:picMkLst>
            <pc:docMk/>
            <pc:sldMk cId="1597432379" sldId="261"/>
            <ac:picMk id="18" creationId="{2698A2A3-0852-B67F-1880-585725F1CEF7}"/>
          </ac:picMkLst>
        </pc:picChg>
        <pc:picChg chg="add del mod">
          <ac:chgData name="Surabhi Solanki" userId="f6739839-37ac-4028-8b12-c8c79bfd27bf" providerId="ADAL" clId="{2924BCAB-2D6D-45B0-BF4D-BAADF87E16D3}" dt="2025-07-04T06:57:38.360" v="166"/>
          <ac:picMkLst>
            <pc:docMk/>
            <pc:sldMk cId="1597432379" sldId="261"/>
            <ac:picMk id="19" creationId="{A40DF8F2-49FA-F14F-AE83-8BB74D9FCB3E}"/>
          </ac:picMkLst>
        </pc:picChg>
        <pc:picChg chg="add del mod ord">
          <ac:chgData name="Surabhi Solanki" userId="f6739839-37ac-4028-8b12-c8c79bfd27bf" providerId="ADAL" clId="{2924BCAB-2D6D-45B0-BF4D-BAADF87E16D3}" dt="2025-07-04T06:58:22.243" v="167"/>
          <ac:picMkLst>
            <pc:docMk/>
            <pc:sldMk cId="1597432379" sldId="261"/>
            <ac:picMk id="21" creationId="{D731A109-3AA8-96BB-9258-6139AD43320E}"/>
          </ac:picMkLst>
        </pc:picChg>
        <pc:picChg chg="add del mod">
          <ac:chgData name="Surabhi Solanki" userId="f6739839-37ac-4028-8b12-c8c79bfd27bf" providerId="ADAL" clId="{2924BCAB-2D6D-45B0-BF4D-BAADF87E16D3}" dt="2025-07-04T07:43:32.847" v="270"/>
          <ac:picMkLst>
            <pc:docMk/>
            <pc:sldMk cId="1597432379" sldId="261"/>
            <ac:picMk id="22" creationId="{5DCF2609-27E8-CD77-2EE5-C72796F22843}"/>
          </ac:picMkLst>
        </pc:picChg>
      </pc:sldChg>
      <pc:sldChg chg="addSp delSp modSp modTransition modAnim modNotesTx">
        <pc:chgData name="Surabhi Solanki" userId="f6739839-37ac-4028-8b12-c8c79bfd27bf" providerId="ADAL" clId="{2924BCAB-2D6D-45B0-BF4D-BAADF87E16D3}" dt="2025-07-04T07:43:54.900" v="276" actId="20577"/>
        <pc:sldMkLst>
          <pc:docMk/>
          <pc:sldMk cId="945450524" sldId="263"/>
        </pc:sldMkLst>
        <pc:picChg chg="add del mod">
          <ac:chgData name="Surabhi Solanki" userId="f6739839-37ac-4028-8b12-c8c79bfd27bf" providerId="ADAL" clId="{2924BCAB-2D6D-45B0-BF4D-BAADF87E16D3}" dt="2025-07-04T07:43:32.847" v="270"/>
          <ac:picMkLst>
            <pc:docMk/>
            <pc:sldMk cId="945450524" sldId="263"/>
            <ac:picMk id="8" creationId="{7579AC4F-DFB6-C7B3-EC87-CDA6C29C58B9}"/>
          </ac:picMkLst>
        </pc:picChg>
      </pc:sldChg>
      <pc:sldChg chg="addSp delSp modSp mod modTransition modAnim modNotesTx">
        <pc:chgData name="Surabhi Solanki" userId="f6739839-37ac-4028-8b12-c8c79bfd27bf" providerId="ADAL" clId="{2924BCAB-2D6D-45B0-BF4D-BAADF87E16D3}" dt="2025-07-04T07:43:58.683" v="277" actId="20577"/>
        <pc:sldMkLst>
          <pc:docMk/>
          <pc:sldMk cId="2567337144" sldId="265"/>
        </pc:sldMkLst>
        <pc:picChg chg="add del mod">
          <ac:chgData name="Surabhi Solanki" userId="f6739839-37ac-4028-8b12-c8c79bfd27bf" providerId="ADAL" clId="{2924BCAB-2D6D-45B0-BF4D-BAADF87E16D3}" dt="2025-07-04T07:03:52.648" v="180"/>
          <ac:picMkLst>
            <pc:docMk/>
            <pc:sldMk cId="2567337144" sldId="265"/>
            <ac:picMk id="4" creationId="{EFEDD833-E09F-486D-D4AF-71E36B5C295D}"/>
          </ac:picMkLst>
        </pc:picChg>
        <pc:picChg chg="add del mod ord">
          <ac:chgData name="Surabhi Solanki" userId="f6739839-37ac-4028-8b12-c8c79bfd27bf" providerId="ADAL" clId="{2924BCAB-2D6D-45B0-BF4D-BAADF87E16D3}" dt="2025-07-04T07:04:22.042" v="181"/>
          <ac:picMkLst>
            <pc:docMk/>
            <pc:sldMk cId="2567337144" sldId="265"/>
            <ac:picMk id="7" creationId="{043DE067-70BA-F775-7CBB-0BC4C4FC7F90}"/>
          </ac:picMkLst>
        </pc:picChg>
        <pc:picChg chg="add del mod">
          <ac:chgData name="Surabhi Solanki" userId="f6739839-37ac-4028-8b12-c8c79bfd27bf" providerId="ADAL" clId="{2924BCAB-2D6D-45B0-BF4D-BAADF87E16D3}" dt="2025-07-04T07:04:27.117" v="183"/>
          <ac:picMkLst>
            <pc:docMk/>
            <pc:sldMk cId="2567337144" sldId="265"/>
            <ac:picMk id="8" creationId="{469D3308-103C-EC2F-FA06-DDD35013B00C}"/>
          </ac:picMkLst>
        </pc:picChg>
        <pc:picChg chg="add del mod ord">
          <ac:chgData name="Surabhi Solanki" userId="f6739839-37ac-4028-8b12-c8c79bfd27bf" providerId="ADAL" clId="{2924BCAB-2D6D-45B0-BF4D-BAADF87E16D3}" dt="2025-07-04T07:04:36.271" v="184"/>
          <ac:picMkLst>
            <pc:docMk/>
            <pc:sldMk cId="2567337144" sldId="265"/>
            <ac:picMk id="10" creationId="{478A7B3A-3147-AC6D-0E73-BF043274E8CC}"/>
          </ac:picMkLst>
        </pc:picChg>
        <pc:picChg chg="add del mod">
          <ac:chgData name="Surabhi Solanki" userId="f6739839-37ac-4028-8b12-c8c79bfd27bf" providerId="ADAL" clId="{2924BCAB-2D6D-45B0-BF4D-BAADF87E16D3}" dt="2025-07-04T07:04:38.325" v="186"/>
          <ac:picMkLst>
            <pc:docMk/>
            <pc:sldMk cId="2567337144" sldId="265"/>
            <ac:picMk id="11" creationId="{395988CF-7451-2BD8-82D9-0BA2CB94421F}"/>
          </ac:picMkLst>
        </pc:picChg>
        <pc:picChg chg="add del mod ord">
          <ac:chgData name="Surabhi Solanki" userId="f6739839-37ac-4028-8b12-c8c79bfd27bf" providerId="ADAL" clId="{2924BCAB-2D6D-45B0-BF4D-BAADF87E16D3}" dt="2025-07-04T07:04:49.013" v="187"/>
          <ac:picMkLst>
            <pc:docMk/>
            <pc:sldMk cId="2567337144" sldId="265"/>
            <ac:picMk id="13" creationId="{8F9F7A69-B774-CF5F-E94F-0466120AA6CF}"/>
          </ac:picMkLst>
        </pc:picChg>
        <pc:picChg chg="add del mod">
          <ac:chgData name="Surabhi Solanki" userId="f6739839-37ac-4028-8b12-c8c79bfd27bf" providerId="ADAL" clId="{2924BCAB-2D6D-45B0-BF4D-BAADF87E16D3}" dt="2025-07-04T07:04:51.188" v="189"/>
          <ac:picMkLst>
            <pc:docMk/>
            <pc:sldMk cId="2567337144" sldId="265"/>
            <ac:picMk id="14" creationId="{4E568CC0-AA30-C3AE-E64A-062A52480F71}"/>
          </ac:picMkLst>
        </pc:picChg>
        <pc:picChg chg="add del mod ord">
          <ac:chgData name="Surabhi Solanki" userId="f6739839-37ac-4028-8b12-c8c79bfd27bf" providerId="ADAL" clId="{2924BCAB-2D6D-45B0-BF4D-BAADF87E16D3}" dt="2025-07-04T07:05:47.847" v="190"/>
          <ac:picMkLst>
            <pc:docMk/>
            <pc:sldMk cId="2567337144" sldId="265"/>
            <ac:picMk id="16" creationId="{AB678D1B-4135-21B2-D983-8311D6BB8199}"/>
          </ac:picMkLst>
        </pc:picChg>
        <pc:picChg chg="add del mod">
          <ac:chgData name="Surabhi Solanki" userId="f6739839-37ac-4028-8b12-c8c79bfd27bf" providerId="ADAL" clId="{2924BCAB-2D6D-45B0-BF4D-BAADF87E16D3}" dt="2025-07-04T07:43:32.847" v="270"/>
          <ac:picMkLst>
            <pc:docMk/>
            <pc:sldMk cId="2567337144" sldId="265"/>
            <ac:picMk id="17" creationId="{F22F133D-194C-FA43-139D-8A717793571C}"/>
          </ac:picMkLst>
        </pc:picChg>
      </pc:sldChg>
      <pc:sldChg chg="addSp delSp modSp mod modTransition modAnim modNotesTx">
        <pc:chgData name="Surabhi Solanki" userId="f6739839-37ac-4028-8b12-c8c79bfd27bf" providerId="ADAL" clId="{2924BCAB-2D6D-45B0-BF4D-BAADF87E16D3}" dt="2025-07-04T07:44:02.136" v="278" actId="20577"/>
        <pc:sldMkLst>
          <pc:docMk/>
          <pc:sldMk cId="658062237" sldId="269"/>
        </pc:sldMkLst>
        <pc:picChg chg="add del mod">
          <ac:chgData name="Surabhi Solanki" userId="f6739839-37ac-4028-8b12-c8c79bfd27bf" providerId="ADAL" clId="{2924BCAB-2D6D-45B0-BF4D-BAADF87E16D3}" dt="2025-07-04T07:06:00.073" v="192"/>
          <ac:picMkLst>
            <pc:docMk/>
            <pc:sldMk cId="658062237" sldId="269"/>
            <ac:picMk id="4" creationId="{0A0404FB-A39C-0ACD-6741-9953FE922381}"/>
          </ac:picMkLst>
        </pc:picChg>
        <pc:picChg chg="add del mod ord">
          <ac:chgData name="Surabhi Solanki" userId="f6739839-37ac-4028-8b12-c8c79bfd27bf" providerId="ADAL" clId="{2924BCAB-2D6D-45B0-BF4D-BAADF87E16D3}" dt="2025-07-04T07:06:33.307" v="193"/>
          <ac:picMkLst>
            <pc:docMk/>
            <pc:sldMk cId="658062237" sldId="269"/>
            <ac:picMk id="10" creationId="{246A609C-ACD1-62FF-F403-1D37E18EED17}"/>
          </ac:picMkLst>
        </pc:picChg>
        <pc:picChg chg="add del mod">
          <ac:chgData name="Surabhi Solanki" userId="f6739839-37ac-4028-8b12-c8c79bfd27bf" providerId="ADAL" clId="{2924BCAB-2D6D-45B0-BF4D-BAADF87E16D3}" dt="2025-07-04T07:06:38.047" v="195"/>
          <ac:picMkLst>
            <pc:docMk/>
            <pc:sldMk cId="658062237" sldId="269"/>
            <ac:picMk id="12" creationId="{DB36594F-79B8-CD34-E602-E913744EFACB}"/>
          </ac:picMkLst>
        </pc:picChg>
        <pc:picChg chg="add del mod ord">
          <ac:chgData name="Surabhi Solanki" userId="f6739839-37ac-4028-8b12-c8c79bfd27bf" providerId="ADAL" clId="{2924BCAB-2D6D-45B0-BF4D-BAADF87E16D3}" dt="2025-07-04T07:07:06.437" v="196"/>
          <ac:picMkLst>
            <pc:docMk/>
            <pc:sldMk cId="658062237" sldId="269"/>
            <ac:picMk id="15" creationId="{AC2402C8-FA6D-E778-BFAC-DA55FF36D3E3}"/>
          </ac:picMkLst>
        </pc:picChg>
        <pc:picChg chg="add del mod">
          <ac:chgData name="Surabhi Solanki" userId="f6739839-37ac-4028-8b12-c8c79bfd27bf" providerId="ADAL" clId="{2924BCAB-2D6D-45B0-BF4D-BAADF87E16D3}" dt="2025-07-04T07:07:10.109" v="198"/>
          <ac:picMkLst>
            <pc:docMk/>
            <pc:sldMk cId="658062237" sldId="269"/>
            <ac:picMk id="16" creationId="{90CB835D-BD25-3E3F-DCEA-534E952F81BF}"/>
          </ac:picMkLst>
        </pc:picChg>
        <pc:picChg chg="add del mod ord">
          <ac:chgData name="Surabhi Solanki" userId="f6739839-37ac-4028-8b12-c8c79bfd27bf" providerId="ADAL" clId="{2924BCAB-2D6D-45B0-BF4D-BAADF87E16D3}" dt="2025-07-04T07:08:06.558" v="199"/>
          <ac:picMkLst>
            <pc:docMk/>
            <pc:sldMk cId="658062237" sldId="269"/>
            <ac:picMk id="18" creationId="{C1F3F500-3495-2CF8-5005-478F26662DD7}"/>
          </ac:picMkLst>
        </pc:picChg>
        <pc:picChg chg="add del mod">
          <ac:chgData name="Surabhi Solanki" userId="f6739839-37ac-4028-8b12-c8c79bfd27bf" providerId="ADAL" clId="{2924BCAB-2D6D-45B0-BF4D-BAADF87E16D3}" dt="2025-07-04T07:43:32.847" v="270"/>
          <ac:picMkLst>
            <pc:docMk/>
            <pc:sldMk cId="658062237" sldId="269"/>
            <ac:picMk id="19" creationId="{5AB300A9-B6D8-9D4C-0EAA-11C274360BE5}"/>
          </ac:picMkLst>
        </pc:picChg>
      </pc:sldChg>
      <pc:sldChg chg="addSp delSp modSp mod modTransition modAnim modNotesTx">
        <pc:chgData name="Surabhi Solanki" userId="f6739839-37ac-4028-8b12-c8c79bfd27bf" providerId="ADAL" clId="{2924BCAB-2D6D-45B0-BF4D-BAADF87E16D3}" dt="2025-07-04T07:44:05.210" v="279" actId="20577"/>
        <pc:sldMkLst>
          <pc:docMk/>
          <pc:sldMk cId="385117265" sldId="271"/>
        </pc:sldMkLst>
        <pc:spChg chg="mod">
          <ac:chgData name="Surabhi Solanki" userId="f6739839-37ac-4028-8b12-c8c79bfd27bf" providerId="ADAL" clId="{2924BCAB-2D6D-45B0-BF4D-BAADF87E16D3}" dt="2025-07-04T07:03:33.527" v="178" actId="5793"/>
          <ac:spMkLst>
            <pc:docMk/>
            <pc:sldMk cId="385117265" sldId="271"/>
            <ac:spMk id="62" creationId="{12057C81-93B5-4E47-0D15-8519299DFB46}"/>
          </ac:spMkLst>
        </pc:spChg>
        <pc:picChg chg="add del mod">
          <ac:chgData name="Surabhi Solanki" userId="f6739839-37ac-4028-8b12-c8c79bfd27bf" providerId="ADAL" clId="{2924BCAB-2D6D-45B0-BF4D-BAADF87E16D3}" dt="2025-07-04T07:08:47.929" v="202"/>
          <ac:picMkLst>
            <pc:docMk/>
            <pc:sldMk cId="385117265" sldId="271"/>
            <ac:picMk id="7" creationId="{9E11F2B7-9533-8505-010D-34DE57123AED}"/>
          </ac:picMkLst>
        </pc:picChg>
        <pc:picChg chg="add del mod ord">
          <ac:chgData name="Surabhi Solanki" userId="f6739839-37ac-4028-8b12-c8c79bfd27bf" providerId="ADAL" clId="{2924BCAB-2D6D-45B0-BF4D-BAADF87E16D3}" dt="2025-07-04T07:09:01.852" v="203"/>
          <ac:picMkLst>
            <pc:docMk/>
            <pc:sldMk cId="385117265" sldId="271"/>
            <ac:picMk id="9" creationId="{B9431E5C-A72C-CC3F-1899-23827225B44B}"/>
          </ac:picMkLst>
        </pc:picChg>
        <pc:picChg chg="add del mod">
          <ac:chgData name="Surabhi Solanki" userId="f6739839-37ac-4028-8b12-c8c79bfd27bf" providerId="ADAL" clId="{2924BCAB-2D6D-45B0-BF4D-BAADF87E16D3}" dt="2025-07-04T07:09:04.600" v="205"/>
          <ac:picMkLst>
            <pc:docMk/>
            <pc:sldMk cId="385117265" sldId="271"/>
            <ac:picMk id="10" creationId="{622163A9-C77E-0BBA-60E0-263C44B99649}"/>
          </ac:picMkLst>
        </pc:picChg>
        <pc:picChg chg="add del mod ord">
          <ac:chgData name="Surabhi Solanki" userId="f6739839-37ac-4028-8b12-c8c79bfd27bf" providerId="ADAL" clId="{2924BCAB-2D6D-45B0-BF4D-BAADF87E16D3}" dt="2025-07-04T07:09:53.641" v="206"/>
          <ac:picMkLst>
            <pc:docMk/>
            <pc:sldMk cId="385117265" sldId="271"/>
            <ac:picMk id="12" creationId="{41EE9AA1-978B-66B4-F155-1EDC2D500C64}"/>
          </ac:picMkLst>
        </pc:picChg>
        <pc:picChg chg="add del mod">
          <ac:chgData name="Surabhi Solanki" userId="f6739839-37ac-4028-8b12-c8c79bfd27bf" providerId="ADAL" clId="{2924BCAB-2D6D-45B0-BF4D-BAADF87E16D3}" dt="2025-07-04T07:43:32.847" v="270"/>
          <ac:picMkLst>
            <pc:docMk/>
            <pc:sldMk cId="385117265" sldId="271"/>
            <ac:picMk id="13" creationId="{0ECB95E7-2991-6CB7-94BA-A180C6797EFA}"/>
          </ac:picMkLst>
        </pc:picChg>
      </pc:sldChg>
      <pc:sldChg chg="addSp delSp modSp mod modTransition modAnim modNotesTx">
        <pc:chgData name="Surabhi Solanki" userId="f6739839-37ac-4028-8b12-c8c79bfd27bf" providerId="ADAL" clId="{2924BCAB-2D6D-45B0-BF4D-BAADF87E16D3}" dt="2025-07-04T07:44:08.411" v="280" actId="20577"/>
        <pc:sldMkLst>
          <pc:docMk/>
          <pc:sldMk cId="1427372383" sldId="272"/>
        </pc:sldMkLst>
        <pc:spChg chg="add mod">
          <ac:chgData name="Surabhi Solanki" userId="f6739839-37ac-4028-8b12-c8c79bfd27bf" providerId="ADAL" clId="{2924BCAB-2D6D-45B0-BF4D-BAADF87E16D3}" dt="2025-07-04T06:03:16.427" v="16" actId="26606"/>
          <ac:spMkLst>
            <pc:docMk/>
            <pc:sldMk cId="1427372383" sldId="272"/>
            <ac:spMk id="2" creationId="{EB76FC43-6A23-AB51-417E-0AF2E819BD60}"/>
          </ac:spMkLst>
        </pc:spChg>
        <pc:spChg chg="mod ord">
          <ac:chgData name="Surabhi Solanki" userId="f6739839-37ac-4028-8b12-c8c79bfd27bf" providerId="ADAL" clId="{2924BCAB-2D6D-45B0-BF4D-BAADF87E16D3}" dt="2025-07-04T06:04:07.890" v="24" actId="113"/>
          <ac:spMkLst>
            <pc:docMk/>
            <pc:sldMk cId="1427372383" sldId="272"/>
            <ac:spMk id="7" creationId="{70972F3D-BBAC-2087-BC0D-8629127FC849}"/>
          </ac:spMkLst>
        </pc:spChg>
        <pc:spChg chg="del">
          <ac:chgData name="Surabhi Solanki" userId="f6739839-37ac-4028-8b12-c8c79bfd27bf" providerId="ADAL" clId="{2924BCAB-2D6D-45B0-BF4D-BAADF87E16D3}" dt="2025-07-04T06:03:16.427" v="16" actId="26606"/>
          <ac:spMkLst>
            <pc:docMk/>
            <pc:sldMk cId="1427372383" sldId="272"/>
            <ac:spMk id="8" creationId="{2029D5AD-8348-4446-B191-6A9B6FE03F21}"/>
          </ac:spMkLst>
        </pc:spChg>
        <pc:spChg chg="del">
          <ac:chgData name="Surabhi Solanki" userId="f6739839-37ac-4028-8b12-c8c79bfd27bf" providerId="ADAL" clId="{2924BCAB-2D6D-45B0-BF4D-BAADF87E16D3}" dt="2025-07-04T06:03:16.427" v="16" actId="26606"/>
          <ac:spMkLst>
            <pc:docMk/>
            <pc:sldMk cId="1427372383" sldId="272"/>
            <ac:spMk id="10" creationId="{A3F395A2-2B64-4749-BD93-2F159C7E1FB5}"/>
          </ac:spMkLst>
        </pc:spChg>
        <pc:spChg chg="del">
          <ac:chgData name="Surabhi Solanki" userId="f6739839-37ac-4028-8b12-c8c79bfd27bf" providerId="ADAL" clId="{2924BCAB-2D6D-45B0-BF4D-BAADF87E16D3}" dt="2025-07-04T06:03:16.427" v="16" actId="26606"/>
          <ac:spMkLst>
            <pc:docMk/>
            <pc:sldMk cId="1427372383" sldId="272"/>
            <ac:spMk id="12" creationId="{5CF0135B-EAB8-4CA0-896C-2D897ECD28BC}"/>
          </ac:spMkLst>
        </pc:spChg>
        <pc:spChg chg="del">
          <ac:chgData name="Surabhi Solanki" userId="f6739839-37ac-4028-8b12-c8c79bfd27bf" providerId="ADAL" clId="{2924BCAB-2D6D-45B0-BF4D-BAADF87E16D3}" dt="2025-07-04T06:03:16.427" v="16" actId="26606"/>
          <ac:spMkLst>
            <pc:docMk/>
            <pc:sldMk cId="1427372383" sldId="272"/>
            <ac:spMk id="14" creationId="{92C3387C-D24F-4737-8A37-1DC5CFF09CFA}"/>
          </ac:spMkLst>
        </pc:spChg>
        <pc:spChg chg="add">
          <ac:chgData name="Surabhi Solanki" userId="f6739839-37ac-4028-8b12-c8c79bfd27bf" providerId="ADAL" clId="{2924BCAB-2D6D-45B0-BF4D-BAADF87E16D3}" dt="2025-07-04T06:03:16.427" v="16" actId="26606"/>
          <ac:spMkLst>
            <pc:docMk/>
            <pc:sldMk cId="1427372383" sldId="272"/>
            <ac:spMk id="19" creationId="{DBF61EA3-B236-439E-9C0B-340980D56BEE}"/>
          </ac:spMkLst>
        </pc:spChg>
        <pc:spChg chg="add">
          <ac:chgData name="Surabhi Solanki" userId="f6739839-37ac-4028-8b12-c8c79bfd27bf" providerId="ADAL" clId="{2924BCAB-2D6D-45B0-BF4D-BAADF87E16D3}" dt="2025-07-04T06:03:16.427" v="16" actId="26606"/>
          <ac:spMkLst>
            <pc:docMk/>
            <pc:sldMk cId="1427372383" sldId="272"/>
            <ac:spMk id="25" creationId="{E659831F-0D9A-4C63-9EBB-8435B85A440F}"/>
          </ac:spMkLst>
        </pc:spChg>
        <pc:grpChg chg="add">
          <ac:chgData name="Surabhi Solanki" userId="f6739839-37ac-4028-8b12-c8c79bfd27bf" providerId="ADAL" clId="{2924BCAB-2D6D-45B0-BF4D-BAADF87E16D3}" dt="2025-07-04T06:03:16.427" v="16" actId="26606"/>
          <ac:grpSpMkLst>
            <pc:docMk/>
            <pc:sldMk cId="1427372383" sldId="272"/>
            <ac:grpSpMk id="21" creationId="{28FAF094-D087-493F-8DF9-A486C2D6BBAA}"/>
          </ac:grpSpMkLst>
        </pc:grpChg>
        <pc:picChg chg="add del mod">
          <ac:chgData name="Surabhi Solanki" userId="f6739839-37ac-4028-8b12-c8c79bfd27bf" providerId="ADAL" clId="{2924BCAB-2D6D-45B0-BF4D-BAADF87E16D3}" dt="2025-07-04T07:10:12.592" v="209"/>
          <ac:picMkLst>
            <pc:docMk/>
            <pc:sldMk cId="1427372383" sldId="272"/>
            <ac:picMk id="5" creationId="{8208F0E8-D05B-BD5E-3939-2ABCABDF2E6D}"/>
          </ac:picMkLst>
        </pc:picChg>
        <pc:picChg chg="add del mod ord">
          <ac:chgData name="Surabhi Solanki" userId="f6739839-37ac-4028-8b12-c8c79bfd27bf" providerId="ADAL" clId="{2924BCAB-2D6D-45B0-BF4D-BAADF87E16D3}" dt="2025-07-04T07:10:53.854" v="210"/>
          <ac:picMkLst>
            <pc:docMk/>
            <pc:sldMk cId="1427372383" sldId="272"/>
            <ac:picMk id="8" creationId="{21B0731F-D98E-DD95-52D8-105766286FC6}"/>
          </ac:picMkLst>
        </pc:picChg>
        <pc:picChg chg="add del mod">
          <ac:chgData name="Surabhi Solanki" userId="f6739839-37ac-4028-8b12-c8c79bfd27bf" providerId="ADAL" clId="{2924BCAB-2D6D-45B0-BF4D-BAADF87E16D3}" dt="2025-07-04T07:43:32.847" v="270"/>
          <ac:picMkLst>
            <pc:docMk/>
            <pc:sldMk cId="1427372383" sldId="272"/>
            <ac:picMk id="9" creationId="{803F2C78-F75F-55AF-2565-5B9B3ED4B5CA}"/>
          </ac:picMkLst>
        </pc:picChg>
      </pc:sldChg>
      <pc:sldChg chg="addSp delSp modSp mod modTransition modAnim modNotesTx">
        <pc:chgData name="Surabhi Solanki" userId="f6739839-37ac-4028-8b12-c8c79bfd27bf" providerId="ADAL" clId="{2924BCAB-2D6D-45B0-BF4D-BAADF87E16D3}" dt="2025-07-04T07:44:11.367" v="281" actId="20577"/>
        <pc:sldMkLst>
          <pc:docMk/>
          <pc:sldMk cId="2132893134" sldId="273"/>
        </pc:sldMkLst>
        <pc:picChg chg="add del mod">
          <ac:chgData name="Surabhi Solanki" userId="f6739839-37ac-4028-8b12-c8c79bfd27bf" providerId="ADAL" clId="{2924BCAB-2D6D-45B0-BF4D-BAADF87E16D3}" dt="2025-07-04T07:12:11.545" v="213"/>
          <ac:picMkLst>
            <pc:docMk/>
            <pc:sldMk cId="2132893134" sldId="273"/>
            <ac:picMk id="6" creationId="{F4F7217C-583C-A982-BBEF-38EE19DEB2EF}"/>
          </ac:picMkLst>
        </pc:picChg>
        <pc:picChg chg="add del mod ord">
          <ac:chgData name="Surabhi Solanki" userId="f6739839-37ac-4028-8b12-c8c79bfd27bf" providerId="ADAL" clId="{2924BCAB-2D6D-45B0-BF4D-BAADF87E16D3}" dt="2025-07-04T07:13:21.282" v="214"/>
          <ac:picMkLst>
            <pc:docMk/>
            <pc:sldMk cId="2132893134" sldId="273"/>
            <ac:picMk id="8" creationId="{00C5CCEE-1A04-27E1-4D19-0FE182B5118A}"/>
          </ac:picMkLst>
        </pc:picChg>
        <pc:picChg chg="add del mod">
          <ac:chgData name="Surabhi Solanki" userId="f6739839-37ac-4028-8b12-c8c79bfd27bf" providerId="ADAL" clId="{2924BCAB-2D6D-45B0-BF4D-BAADF87E16D3}" dt="2025-07-04T07:43:32.847" v="270"/>
          <ac:picMkLst>
            <pc:docMk/>
            <pc:sldMk cId="2132893134" sldId="273"/>
            <ac:picMk id="10" creationId="{8DEEA25D-0D35-C200-5B0D-50D919EE8286}"/>
          </ac:picMkLst>
        </pc:picChg>
      </pc:sldChg>
      <pc:sldChg chg="addSp delSp modSp modTransition modAnim">
        <pc:chgData name="Surabhi Solanki" userId="f6739839-37ac-4028-8b12-c8c79bfd27bf" providerId="ADAL" clId="{2924BCAB-2D6D-45B0-BF4D-BAADF87E16D3}" dt="2025-07-04T07:43:32.847" v="270"/>
        <pc:sldMkLst>
          <pc:docMk/>
          <pc:sldMk cId="1558771744" sldId="275"/>
        </pc:sldMkLst>
        <pc:picChg chg="add del mod">
          <ac:chgData name="Surabhi Solanki" userId="f6739839-37ac-4028-8b12-c8c79bfd27bf" providerId="ADAL" clId="{2924BCAB-2D6D-45B0-BF4D-BAADF87E16D3}" dt="2025-07-04T07:43:32.847" v="270"/>
          <ac:picMkLst>
            <pc:docMk/>
            <pc:sldMk cId="1558771744" sldId="275"/>
            <ac:picMk id="4" creationId="{3EA7160F-7C2B-1935-830B-2B54F455366A}"/>
          </ac:picMkLst>
        </pc:picChg>
      </pc:sldChg>
      <pc:sldChg chg="addSp delSp modSp mod modTransition modAnim modNotesTx">
        <pc:chgData name="Surabhi Solanki" userId="f6739839-37ac-4028-8b12-c8c79bfd27bf" providerId="ADAL" clId="{2924BCAB-2D6D-45B0-BF4D-BAADF87E16D3}" dt="2025-07-04T07:44:15.070" v="282" actId="20577"/>
        <pc:sldMkLst>
          <pc:docMk/>
          <pc:sldMk cId="3151880405" sldId="276"/>
        </pc:sldMkLst>
        <pc:picChg chg="add del mod">
          <ac:chgData name="Surabhi Solanki" userId="f6739839-37ac-4028-8b12-c8c79bfd27bf" providerId="ADAL" clId="{2924BCAB-2D6D-45B0-BF4D-BAADF87E16D3}" dt="2025-07-04T07:15:23.921" v="217"/>
          <ac:picMkLst>
            <pc:docMk/>
            <pc:sldMk cId="3151880405" sldId="276"/>
            <ac:picMk id="6" creationId="{D4FA203C-C018-1BCB-9634-AC1F39B4615C}"/>
          </ac:picMkLst>
        </pc:picChg>
        <pc:picChg chg="add del mod ord">
          <ac:chgData name="Surabhi Solanki" userId="f6739839-37ac-4028-8b12-c8c79bfd27bf" providerId="ADAL" clId="{2924BCAB-2D6D-45B0-BF4D-BAADF87E16D3}" dt="2025-07-04T07:16:41.169" v="218"/>
          <ac:picMkLst>
            <pc:docMk/>
            <pc:sldMk cId="3151880405" sldId="276"/>
            <ac:picMk id="8" creationId="{79B0F82F-E7CC-6C72-8500-612CAAB84DEB}"/>
          </ac:picMkLst>
        </pc:picChg>
        <pc:picChg chg="add del mod">
          <ac:chgData name="Surabhi Solanki" userId="f6739839-37ac-4028-8b12-c8c79bfd27bf" providerId="ADAL" clId="{2924BCAB-2D6D-45B0-BF4D-BAADF87E16D3}" dt="2025-07-04T07:43:32.847" v="270"/>
          <ac:picMkLst>
            <pc:docMk/>
            <pc:sldMk cId="3151880405" sldId="276"/>
            <ac:picMk id="9" creationId="{6DF61E11-B9C2-5DD9-C85C-4F689212B915}"/>
          </ac:picMkLst>
        </pc:picChg>
      </pc:sldChg>
      <pc:sldChg chg="addSp delSp modSp mod modTransition modAnim modNotesTx">
        <pc:chgData name="Surabhi Solanki" userId="f6739839-37ac-4028-8b12-c8c79bfd27bf" providerId="ADAL" clId="{2924BCAB-2D6D-45B0-BF4D-BAADF87E16D3}" dt="2025-07-04T07:44:23.139" v="283" actId="20577"/>
        <pc:sldMkLst>
          <pc:docMk/>
          <pc:sldMk cId="863998861" sldId="277"/>
        </pc:sldMkLst>
        <pc:picChg chg="add del mod">
          <ac:chgData name="Surabhi Solanki" userId="f6739839-37ac-4028-8b12-c8c79bfd27bf" providerId="ADAL" clId="{2924BCAB-2D6D-45B0-BF4D-BAADF87E16D3}" dt="2025-07-04T07:21:48.457" v="227"/>
          <ac:picMkLst>
            <pc:docMk/>
            <pc:sldMk cId="863998861" sldId="277"/>
            <ac:picMk id="6" creationId="{510C9686-1ADF-BB67-152D-AEE18BBA64E3}"/>
          </ac:picMkLst>
        </pc:picChg>
        <pc:picChg chg="add del mod ord">
          <ac:chgData name="Surabhi Solanki" userId="f6739839-37ac-4028-8b12-c8c79bfd27bf" providerId="ADAL" clId="{2924BCAB-2D6D-45B0-BF4D-BAADF87E16D3}" dt="2025-07-04T07:24:32.322" v="228"/>
          <ac:picMkLst>
            <pc:docMk/>
            <pc:sldMk cId="863998861" sldId="277"/>
            <ac:picMk id="11" creationId="{15CD494D-A9DB-0D61-3C81-5221F9E886ED}"/>
          </ac:picMkLst>
        </pc:picChg>
        <pc:picChg chg="add del mod">
          <ac:chgData name="Surabhi Solanki" userId="f6739839-37ac-4028-8b12-c8c79bfd27bf" providerId="ADAL" clId="{2924BCAB-2D6D-45B0-BF4D-BAADF87E16D3}" dt="2025-07-04T07:43:32.847" v="270"/>
          <ac:picMkLst>
            <pc:docMk/>
            <pc:sldMk cId="863998861" sldId="277"/>
            <ac:picMk id="13" creationId="{CE945C21-B2B6-71CE-9D97-E9631F4A0CBC}"/>
          </ac:picMkLst>
        </pc:picChg>
      </pc:sldChg>
      <pc:sldChg chg="addSp delSp modSp mod modTransition modAnim modNotesTx">
        <pc:chgData name="Surabhi Solanki" userId="f6739839-37ac-4028-8b12-c8c79bfd27bf" providerId="ADAL" clId="{2924BCAB-2D6D-45B0-BF4D-BAADF87E16D3}" dt="2025-07-04T07:44:25.749" v="284" actId="20577"/>
        <pc:sldMkLst>
          <pc:docMk/>
          <pc:sldMk cId="1966837535" sldId="278"/>
        </pc:sldMkLst>
        <pc:picChg chg="add del mod">
          <ac:chgData name="Surabhi Solanki" userId="f6739839-37ac-4028-8b12-c8c79bfd27bf" providerId="ADAL" clId="{2924BCAB-2D6D-45B0-BF4D-BAADF87E16D3}" dt="2025-07-04T07:26:11.347" v="231"/>
          <ac:picMkLst>
            <pc:docMk/>
            <pc:sldMk cId="1966837535" sldId="278"/>
            <ac:picMk id="8" creationId="{FF53BE46-4DF7-3F02-7264-C8B67C1087A3}"/>
          </ac:picMkLst>
        </pc:picChg>
        <pc:picChg chg="add del mod ord">
          <ac:chgData name="Surabhi Solanki" userId="f6739839-37ac-4028-8b12-c8c79bfd27bf" providerId="ADAL" clId="{2924BCAB-2D6D-45B0-BF4D-BAADF87E16D3}" dt="2025-07-04T07:26:37.979" v="232"/>
          <ac:picMkLst>
            <pc:docMk/>
            <pc:sldMk cId="1966837535" sldId="278"/>
            <ac:picMk id="10" creationId="{1692EC7E-2045-40A4-6A18-EB32782CABC7}"/>
          </ac:picMkLst>
        </pc:picChg>
        <pc:picChg chg="add del mod">
          <ac:chgData name="Surabhi Solanki" userId="f6739839-37ac-4028-8b12-c8c79bfd27bf" providerId="ADAL" clId="{2924BCAB-2D6D-45B0-BF4D-BAADF87E16D3}" dt="2025-07-04T07:26:39.982" v="234"/>
          <ac:picMkLst>
            <pc:docMk/>
            <pc:sldMk cId="1966837535" sldId="278"/>
            <ac:picMk id="11" creationId="{05D47BCE-D068-3DF9-B253-486FE1BB392A}"/>
          </ac:picMkLst>
        </pc:picChg>
        <pc:picChg chg="add del mod ord">
          <ac:chgData name="Surabhi Solanki" userId="f6739839-37ac-4028-8b12-c8c79bfd27bf" providerId="ADAL" clId="{2924BCAB-2D6D-45B0-BF4D-BAADF87E16D3}" dt="2025-07-04T07:26:54.432" v="235"/>
          <ac:picMkLst>
            <pc:docMk/>
            <pc:sldMk cId="1966837535" sldId="278"/>
            <ac:picMk id="13" creationId="{C8A126D1-887A-E95D-F7E8-9EEBBB00800B}"/>
          </ac:picMkLst>
        </pc:picChg>
        <pc:picChg chg="add del mod">
          <ac:chgData name="Surabhi Solanki" userId="f6739839-37ac-4028-8b12-c8c79bfd27bf" providerId="ADAL" clId="{2924BCAB-2D6D-45B0-BF4D-BAADF87E16D3}" dt="2025-07-04T07:26:57.342" v="237"/>
          <ac:picMkLst>
            <pc:docMk/>
            <pc:sldMk cId="1966837535" sldId="278"/>
            <ac:picMk id="14" creationId="{DDBA035A-B939-31EC-8A52-CD136C6F7ED6}"/>
          </ac:picMkLst>
        </pc:picChg>
        <pc:picChg chg="add del mod ord">
          <ac:chgData name="Surabhi Solanki" userId="f6739839-37ac-4028-8b12-c8c79bfd27bf" providerId="ADAL" clId="{2924BCAB-2D6D-45B0-BF4D-BAADF87E16D3}" dt="2025-07-04T07:28:01.630" v="238"/>
          <ac:picMkLst>
            <pc:docMk/>
            <pc:sldMk cId="1966837535" sldId="278"/>
            <ac:picMk id="16" creationId="{B1200625-008F-56FD-5A72-7BFB80471EF3}"/>
          </ac:picMkLst>
        </pc:picChg>
        <pc:picChg chg="add del mod">
          <ac:chgData name="Surabhi Solanki" userId="f6739839-37ac-4028-8b12-c8c79bfd27bf" providerId="ADAL" clId="{2924BCAB-2D6D-45B0-BF4D-BAADF87E16D3}" dt="2025-07-04T07:43:32.847" v="270"/>
          <ac:picMkLst>
            <pc:docMk/>
            <pc:sldMk cId="1966837535" sldId="278"/>
            <ac:picMk id="17" creationId="{D42ECF2D-7793-0035-068D-AED9F95573E6}"/>
          </ac:picMkLst>
        </pc:picChg>
      </pc:sldChg>
      <pc:sldChg chg="addSp delSp modSp modTransition modAnim">
        <pc:chgData name="Surabhi Solanki" userId="f6739839-37ac-4028-8b12-c8c79bfd27bf" providerId="ADAL" clId="{2924BCAB-2D6D-45B0-BF4D-BAADF87E16D3}" dt="2025-07-04T07:43:32.847" v="270"/>
        <pc:sldMkLst>
          <pc:docMk/>
          <pc:sldMk cId="2883122467" sldId="279"/>
        </pc:sldMkLst>
        <pc:picChg chg="add del mod">
          <ac:chgData name="Surabhi Solanki" userId="f6739839-37ac-4028-8b12-c8c79bfd27bf" providerId="ADAL" clId="{2924BCAB-2D6D-45B0-BF4D-BAADF87E16D3}" dt="2025-07-04T07:43:32.847" v="270"/>
          <ac:picMkLst>
            <pc:docMk/>
            <pc:sldMk cId="2883122467" sldId="279"/>
            <ac:picMk id="6" creationId="{6FC31A48-5B45-2227-6674-1C6FF5F75E37}"/>
          </ac:picMkLst>
        </pc:picChg>
      </pc:sldChg>
      <pc:sldChg chg="addSp delSp modSp mod modTransition modAnim modNotesTx">
        <pc:chgData name="Surabhi Solanki" userId="f6739839-37ac-4028-8b12-c8c79bfd27bf" providerId="ADAL" clId="{2924BCAB-2D6D-45B0-BF4D-BAADF87E16D3}" dt="2025-07-04T07:44:30.136" v="285" actId="20577"/>
        <pc:sldMkLst>
          <pc:docMk/>
          <pc:sldMk cId="68148248" sldId="280"/>
        </pc:sldMkLst>
        <pc:spChg chg="mod">
          <ac:chgData name="Surabhi Solanki" userId="f6739839-37ac-4028-8b12-c8c79bfd27bf" providerId="ADAL" clId="{2924BCAB-2D6D-45B0-BF4D-BAADF87E16D3}" dt="2025-07-04T06:04:40.387" v="41" actId="20577"/>
          <ac:spMkLst>
            <pc:docMk/>
            <pc:sldMk cId="68148248" sldId="280"/>
            <ac:spMk id="2" creationId="{4DD6DB15-45E6-5429-A430-6B369363691E}"/>
          </ac:spMkLst>
        </pc:spChg>
        <pc:picChg chg="add del mod">
          <ac:chgData name="Surabhi Solanki" userId="f6739839-37ac-4028-8b12-c8c79bfd27bf" providerId="ADAL" clId="{2924BCAB-2D6D-45B0-BF4D-BAADF87E16D3}" dt="2025-07-04T07:29:34.668" v="242"/>
          <ac:picMkLst>
            <pc:docMk/>
            <pc:sldMk cId="68148248" sldId="280"/>
            <ac:picMk id="6" creationId="{CCA7A498-565D-E797-D56E-A8FD019634E4}"/>
          </ac:picMkLst>
        </pc:picChg>
        <pc:picChg chg="add del mod ord">
          <ac:chgData name="Surabhi Solanki" userId="f6739839-37ac-4028-8b12-c8c79bfd27bf" providerId="ADAL" clId="{2924BCAB-2D6D-45B0-BF4D-BAADF87E16D3}" dt="2025-07-04T07:30:06.482" v="243"/>
          <ac:picMkLst>
            <pc:docMk/>
            <pc:sldMk cId="68148248" sldId="280"/>
            <ac:picMk id="8" creationId="{ED99C274-CA78-8C06-F255-C6C52AD65FA1}"/>
          </ac:picMkLst>
        </pc:picChg>
        <pc:picChg chg="add del mod">
          <ac:chgData name="Surabhi Solanki" userId="f6739839-37ac-4028-8b12-c8c79bfd27bf" providerId="ADAL" clId="{2924BCAB-2D6D-45B0-BF4D-BAADF87E16D3}" dt="2025-07-04T07:30:10.939" v="245"/>
          <ac:picMkLst>
            <pc:docMk/>
            <pc:sldMk cId="68148248" sldId="280"/>
            <ac:picMk id="9" creationId="{4B8C906E-79DB-7716-35B0-67FB5C3498BB}"/>
          </ac:picMkLst>
        </pc:picChg>
        <pc:picChg chg="add del mod ord">
          <ac:chgData name="Surabhi Solanki" userId="f6739839-37ac-4028-8b12-c8c79bfd27bf" providerId="ADAL" clId="{2924BCAB-2D6D-45B0-BF4D-BAADF87E16D3}" dt="2025-07-04T07:30:41.323" v="246"/>
          <ac:picMkLst>
            <pc:docMk/>
            <pc:sldMk cId="68148248" sldId="280"/>
            <ac:picMk id="11" creationId="{B2E56004-5124-29D7-F08D-ACE5934BDF3B}"/>
          </ac:picMkLst>
        </pc:picChg>
        <pc:picChg chg="add del mod">
          <ac:chgData name="Surabhi Solanki" userId="f6739839-37ac-4028-8b12-c8c79bfd27bf" providerId="ADAL" clId="{2924BCAB-2D6D-45B0-BF4D-BAADF87E16D3}" dt="2025-07-04T07:30:47.352" v="248"/>
          <ac:picMkLst>
            <pc:docMk/>
            <pc:sldMk cId="68148248" sldId="280"/>
            <ac:picMk id="12" creationId="{9D159F06-4E9B-882E-ADD6-16C3A4A61E6A}"/>
          </ac:picMkLst>
        </pc:picChg>
        <pc:picChg chg="add del mod ord">
          <ac:chgData name="Surabhi Solanki" userId="f6739839-37ac-4028-8b12-c8c79bfd27bf" providerId="ADAL" clId="{2924BCAB-2D6D-45B0-BF4D-BAADF87E16D3}" dt="2025-07-04T07:30:58.899" v="249"/>
          <ac:picMkLst>
            <pc:docMk/>
            <pc:sldMk cId="68148248" sldId="280"/>
            <ac:picMk id="14" creationId="{48567E81-3C85-B938-B8FF-BF3D73B32E05}"/>
          </ac:picMkLst>
        </pc:picChg>
        <pc:picChg chg="add del mod">
          <ac:chgData name="Surabhi Solanki" userId="f6739839-37ac-4028-8b12-c8c79bfd27bf" providerId="ADAL" clId="{2924BCAB-2D6D-45B0-BF4D-BAADF87E16D3}" dt="2025-07-04T07:31:01.164" v="251"/>
          <ac:picMkLst>
            <pc:docMk/>
            <pc:sldMk cId="68148248" sldId="280"/>
            <ac:picMk id="15" creationId="{09B0523F-5DAD-EFD7-DD90-8C2C7584BCE5}"/>
          </ac:picMkLst>
        </pc:picChg>
        <pc:picChg chg="add del mod ord">
          <ac:chgData name="Surabhi Solanki" userId="f6739839-37ac-4028-8b12-c8c79bfd27bf" providerId="ADAL" clId="{2924BCAB-2D6D-45B0-BF4D-BAADF87E16D3}" dt="2025-07-04T07:31:46.892" v="252"/>
          <ac:picMkLst>
            <pc:docMk/>
            <pc:sldMk cId="68148248" sldId="280"/>
            <ac:picMk id="17" creationId="{8A301F44-F3C3-D26A-1DE1-17A320182F9A}"/>
          </ac:picMkLst>
        </pc:picChg>
        <pc:picChg chg="add del mod">
          <ac:chgData name="Surabhi Solanki" userId="f6739839-37ac-4028-8b12-c8c79bfd27bf" providerId="ADAL" clId="{2924BCAB-2D6D-45B0-BF4D-BAADF87E16D3}" dt="2025-07-04T07:43:32.847" v="270"/>
          <ac:picMkLst>
            <pc:docMk/>
            <pc:sldMk cId="68148248" sldId="280"/>
            <ac:picMk id="18" creationId="{1FAE938A-379A-74EA-435B-D81A3E39668F}"/>
          </ac:picMkLst>
        </pc:picChg>
      </pc:sldChg>
      <pc:sldChg chg="addSp delSp modSp mod modTransition modAnim modNotesTx">
        <pc:chgData name="Surabhi Solanki" userId="f6739839-37ac-4028-8b12-c8c79bfd27bf" providerId="ADAL" clId="{2924BCAB-2D6D-45B0-BF4D-BAADF87E16D3}" dt="2025-07-04T07:44:33.154" v="286" actId="20577"/>
        <pc:sldMkLst>
          <pc:docMk/>
          <pc:sldMk cId="567223765" sldId="281"/>
        </pc:sldMkLst>
        <pc:picChg chg="add del mod">
          <ac:chgData name="Surabhi Solanki" userId="f6739839-37ac-4028-8b12-c8c79bfd27bf" providerId="ADAL" clId="{2924BCAB-2D6D-45B0-BF4D-BAADF87E16D3}" dt="2025-07-04T07:33:01.683" v="255"/>
          <ac:picMkLst>
            <pc:docMk/>
            <pc:sldMk cId="567223765" sldId="281"/>
            <ac:picMk id="6" creationId="{139FD6AD-E1AC-17AD-FCF4-EE68D823078C}"/>
          </ac:picMkLst>
        </pc:picChg>
        <pc:picChg chg="add del mod ord">
          <ac:chgData name="Surabhi Solanki" userId="f6739839-37ac-4028-8b12-c8c79bfd27bf" providerId="ADAL" clId="{2924BCAB-2D6D-45B0-BF4D-BAADF87E16D3}" dt="2025-07-04T07:33:42.715" v="256"/>
          <ac:picMkLst>
            <pc:docMk/>
            <pc:sldMk cId="567223765" sldId="281"/>
            <ac:picMk id="9" creationId="{E6F7D3E7-1491-07CA-EC40-8BE8ADD9A87F}"/>
          </ac:picMkLst>
        </pc:picChg>
        <pc:picChg chg="add del mod">
          <ac:chgData name="Surabhi Solanki" userId="f6739839-37ac-4028-8b12-c8c79bfd27bf" providerId="ADAL" clId="{2924BCAB-2D6D-45B0-BF4D-BAADF87E16D3}" dt="2025-07-04T07:35:02.015" v="258"/>
          <ac:picMkLst>
            <pc:docMk/>
            <pc:sldMk cId="567223765" sldId="281"/>
            <ac:picMk id="11" creationId="{7B380FBD-8089-245B-16A8-B317FA464F56}"/>
          </ac:picMkLst>
        </pc:picChg>
        <pc:picChg chg="add del mod ord">
          <ac:chgData name="Surabhi Solanki" userId="f6739839-37ac-4028-8b12-c8c79bfd27bf" providerId="ADAL" clId="{2924BCAB-2D6D-45B0-BF4D-BAADF87E16D3}" dt="2025-07-04T07:35:43.600" v="259"/>
          <ac:picMkLst>
            <pc:docMk/>
            <pc:sldMk cId="567223765" sldId="281"/>
            <ac:picMk id="15" creationId="{91FD44A8-E9E0-CB43-13DC-2538E5B0D416}"/>
          </ac:picMkLst>
        </pc:picChg>
        <pc:picChg chg="add del mod">
          <ac:chgData name="Surabhi Solanki" userId="f6739839-37ac-4028-8b12-c8c79bfd27bf" providerId="ADAL" clId="{2924BCAB-2D6D-45B0-BF4D-BAADF87E16D3}" dt="2025-07-04T07:35:46.093" v="261"/>
          <ac:picMkLst>
            <pc:docMk/>
            <pc:sldMk cId="567223765" sldId="281"/>
            <ac:picMk id="16" creationId="{DCFA1443-9294-AF2B-AA74-C0E423380D21}"/>
          </ac:picMkLst>
        </pc:picChg>
        <pc:picChg chg="add del mod ord">
          <ac:chgData name="Surabhi Solanki" userId="f6739839-37ac-4028-8b12-c8c79bfd27bf" providerId="ADAL" clId="{2924BCAB-2D6D-45B0-BF4D-BAADF87E16D3}" dt="2025-07-04T07:36:27.951" v="262"/>
          <ac:picMkLst>
            <pc:docMk/>
            <pc:sldMk cId="567223765" sldId="281"/>
            <ac:picMk id="18" creationId="{3C4995C5-D5EA-9416-1A72-0DF676684AEC}"/>
          </ac:picMkLst>
        </pc:picChg>
        <pc:picChg chg="add del mod">
          <ac:chgData name="Surabhi Solanki" userId="f6739839-37ac-4028-8b12-c8c79bfd27bf" providerId="ADAL" clId="{2924BCAB-2D6D-45B0-BF4D-BAADF87E16D3}" dt="2025-07-04T07:36:41.721" v="264"/>
          <ac:picMkLst>
            <pc:docMk/>
            <pc:sldMk cId="567223765" sldId="281"/>
            <ac:picMk id="19" creationId="{99C52D17-60D8-51D1-D09E-B15F1E2A16EC}"/>
          </ac:picMkLst>
        </pc:picChg>
        <pc:picChg chg="add del mod ord">
          <ac:chgData name="Surabhi Solanki" userId="f6739839-37ac-4028-8b12-c8c79bfd27bf" providerId="ADAL" clId="{2924BCAB-2D6D-45B0-BF4D-BAADF87E16D3}" dt="2025-07-04T07:37:37.185" v="265"/>
          <ac:picMkLst>
            <pc:docMk/>
            <pc:sldMk cId="567223765" sldId="281"/>
            <ac:picMk id="21" creationId="{E69BBDB4-C3D2-B311-497E-D891AE0C1E5D}"/>
          </ac:picMkLst>
        </pc:picChg>
        <pc:picChg chg="add del mod">
          <ac:chgData name="Surabhi Solanki" userId="f6739839-37ac-4028-8b12-c8c79bfd27bf" providerId="ADAL" clId="{2924BCAB-2D6D-45B0-BF4D-BAADF87E16D3}" dt="2025-07-04T07:37:39.739" v="267"/>
          <ac:picMkLst>
            <pc:docMk/>
            <pc:sldMk cId="567223765" sldId="281"/>
            <ac:picMk id="22" creationId="{B4B1A3CB-8804-1E0C-B044-E143C20EAC2D}"/>
          </ac:picMkLst>
        </pc:picChg>
        <pc:picChg chg="add del mod ord">
          <ac:chgData name="Surabhi Solanki" userId="f6739839-37ac-4028-8b12-c8c79bfd27bf" providerId="ADAL" clId="{2924BCAB-2D6D-45B0-BF4D-BAADF87E16D3}" dt="2025-07-04T07:38:54.015" v="268"/>
          <ac:picMkLst>
            <pc:docMk/>
            <pc:sldMk cId="567223765" sldId="281"/>
            <ac:picMk id="24" creationId="{8ED1EA41-F2A4-9A04-9FDE-FA8054DC805D}"/>
          </ac:picMkLst>
        </pc:picChg>
        <pc:picChg chg="add del mod">
          <ac:chgData name="Surabhi Solanki" userId="f6739839-37ac-4028-8b12-c8c79bfd27bf" providerId="ADAL" clId="{2924BCAB-2D6D-45B0-BF4D-BAADF87E16D3}" dt="2025-07-04T07:43:32.847" v="270"/>
          <ac:picMkLst>
            <pc:docMk/>
            <pc:sldMk cId="567223765" sldId="281"/>
            <ac:picMk id="25" creationId="{1324CFF8-5A17-FAB7-CA9F-EB0611CBA14C}"/>
          </ac:picMkLst>
        </pc:picChg>
      </pc:sldChg>
      <pc:sldChg chg="addSp delSp modSp mod modTransition modAnim">
        <pc:chgData name="Surabhi Solanki" userId="f6739839-37ac-4028-8b12-c8c79bfd27bf" providerId="ADAL" clId="{2924BCAB-2D6D-45B0-BF4D-BAADF87E16D3}" dt="2025-07-04T07:43:32.847" v="270"/>
        <pc:sldMkLst>
          <pc:docMk/>
          <pc:sldMk cId="2934893589" sldId="282"/>
        </pc:sldMkLst>
        <pc:picChg chg="add del mod">
          <ac:chgData name="Surabhi Solanki" userId="f6739839-37ac-4028-8b12-c8c79bfd27bf" providerId="ADAL" clId="{2924BCAB-2D6D-45B0-BF4D-BAADF87E16D3}" dt="2025-07-04T07:19:03.010" v="223"/>
          <ac:picMkLst>
            <pc:docMk/>
            <pc:sldMk cId="2934893589" sldId="282"/>
            <ac:picMk id="7" creationId="{EB4D6405-DA12-97C4-1871-F4529FC0AE84}"/>
          </ac:picMkLst>
        </pc:picChg>
        <pc:picChg chg="add del mod ord">
          <ac:chgData name="Surabhi Solanki" userId="f6739839-37ac-4028-8b12-c8c79bfd27bf" providerId="ADAL" clId="{2924BCAB-2D6D-45B0-BF4D-BAADF87E16D3}" dt="2025-07-04T07:20:01.251" v="224"/>
          <ac:picMkLst>
            <pc:docMk/>
            <pc:sldMk cId="2934893589" sldId="282"/>
            <ac:picMk id="9" creationId="{603D593E-11A6-FA15-0A10-16EFF4052111}"/>
          </ac:picMkLst>
        </pc:picChg>
        <pc:picChg chg="add del mod">
          <ac:chgData name="Surabhi Solanki" userId="f6739839-37ac-4028-8b12-c8c79bfd27bf" providerId="ADAL" clId="{2924BCAB-2D6D-45B0-BF4D-BAADF87E16D3}" dt="2025-07-04T07:43:32.847" v="270"/>
          <ac:picMkLst>
            <pc:docMk/>
            <pc:sldMk cId="2934893589" sldId="282"/>
            <ac:picMk id="10" creationId="{B7BE065F-3F4D-7C47-7EBC-CFB02BB60735}"/>
          </ac:picMkLst>
        </pc:picChg>
      </pc:sldChg>
      <pc:sldChg chg="addSp delSp modSp modTransition modAnim">
        <pc:chgData name="Surabhi Solanki" userId="f6739839-37ac-4028-8b12-c8c79bfd27bf" providerId="ADAL" clId="{2924BCAB-2D6D-45B0-BF4D-BAADF87E16D3}" dt="2025-07-04T07:43:32.847" v="270"/>
        <pc:sldMkLst>
          <pc:docMk/>
          <pc:sldMk cId="2673996005" sldId="283"/>
        </pc:sldMkLst>
        <pc:picChg chg="add del mod">
          <ac:chgData name="Surabhi Solanki" userId="f6739839-37ac-4028-8b12-c8c79bfd27bf" providerId="ADAL" clId="{2924BCAB-2D6D-45B0-BF4D-BAADF87E16D3}" dt="2025-07-04T07:43:32.847" v="270"/>
          <ac:picMkLst>
            <pc:docMk/>
            <pc:sldMk cId="2673996005" sldId="283"/>
            <ac:picMk id="4" creationId="{FED82E80-A7F2-1736-356A-9F7EFE694380}"/>
          </ac:picMkLst>
        </pc:picChg>
      </pc:sldChg>
      <pc:sldChg chg="delSp add setBg delDesignElem">
        <pc:chgData name="Surabhi Solanki" userId="f6739839-37ac-4028-8b12-c8c79bfd27bf" providerId="ADAL" clId="{2924BCAB-2D6D-45B0-BF4D-BAADF87E16D3}" dt="2025-07-04T09:00:08.323" v="296"/>
        <pc:sldMkLst>
          <pc:docMk/>
          <pc:sldMk cId="3058617204" sldId="340"/>
        </pc:sldMkLst>
        <pc:spChg chg="del">
          <ac:chgData name="Surabhi Solanki" userId="f6739839-37ac-4028-8b12-c8c79bfd27bf" providerId="ADAL" clId="{2924BCAB-2D6D-45B0-BF4D-BAADF87E16D3}" dt="2025-07-04T09:00:08.323" v="296"/>
          <ac:spMkLst>
            <pc:docMk/>
            <pc:sldMk cId="3058617204" sldId="340"/>
            <ac:spMk id="14371" creationId="{9228552E-C8B1-4A80-8448-0787CE0FC704}"/>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ata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3A219C-913B-4AF4-B700-9E319B4313C7}" type="doc">
      <dgm:prSet loTypeId="urn:microsoft.com/office/officeart/2018/2/layout/IconVerticalSolidList" loCatId="icon" qsTypeId="urn:microsoft.com/office/officeart/2005/8/quickstyle/simple1" qsCatId="simple" csTypeId="urn:microsoft.com/office/officeart/2018/5/colors/Iconchunking_neutralicontext_accent3_2" csCatId="accent3" phldr="1"/>
      <dgm:spPr/>
      <dgm:t>
        <a:bodyPr/>
        <a:lstStyle/>
        <a:p>
          <a:endParaRPr lang="en-US"/>
        </a:p>
      </dgm:t>
    </dgm:pt>
    <dgm:pt modelId="{F5ABFBCF-9F67-442A-B444-2DCB415E50E9}">
      <dgm:prSet/>
      <dgm:spPr/>
      <dgm:t>
        <a:bodyPr/>
        <a:lstStyle/>
        <a:p>
          <a:pPr>
            <a:lnSpc>
              <a:spcPct val="100000"/>
            </a:lnSpc>
          </a:pPr>
          <a:r>
            <a:rPr lang="en-US" dirty="0"/>
            <a:t>Definition: Logical groupings of data in a system, maintained by an end user(and application), are referred to as Internal Logical Files (ILF).</a:t>
          </a:r>
        </a:p>
      </dgm:t>
    </dgm:pt>
    <dgm:pt modelId="{68197C5D-8BBC-4722-937C-C6B76DD6F55A}" type="parTrans" cxnId="{B97178D6-A8AE-4319-A834-DC224CF11EB4}">
      <dgm:prSet/>
      <dgm:spPr/>
      <dgm:t>
        <a:bodyPr/>
        <a:lstStyle/>
        <a:p>
          <a:endParaRPr lang="en-US"/>
        </a:p>
      </dgm:t>
    </dgm:pt>
    <dgm:pt modelId="{C4151C64-21E5-433D-A753-778B91914CA3}" type="sibTrans" cxnId="{B97178D6-A8AE-4319-A834-DC224CF11EB4}">
      <dgm:prSet/>
      <dgm:spPr/>
      <dgm:t>
        <a:bodyPr/>
        <a:lstStyle/>
        <a:p>
          <a:endParaRPr lang="en-US"/>
        </a:p>
      </dgm:t>
    </dgm:pt>
    <dgm:pt modelId="{0E86A6D8-5A74-4637-9FF7-D0EE57E42B0B}">
      <dgm:prSet/>
      <dgm:spPr/>
      <dgm:t>
        <a:bodyPr/>
        <a:lstStyle/>
        <a:p>
          <a:pPr>
            <a:lnSpc>
              <a:spcPct val="100000"/>
            </a:lnSpc>
          </a:pPr>
          <a:r>
            <a:rPr lang="en-US" dirty="0"/>
            <a:t>For example, a pilot may enter navigational data through a display in the cockpit prior to departure. The data is stored in a file for use and can be modified during the mission. Therefore, the pilot is responsible for maintaining the file that contains the navigational information.</a:t>
          </a:r>
        </a:p>
      </dgm:t>
    </dgm:pt>
    <dgm:pt modelId="{68434CF1-0CB0-46D2-8476-EAEE5E23FB29}" type="parTrans" cxnId="{8F45A31B-D581-4D3C-AAF9-13C34EAC2BA0}">
      <dgm:prSet/>
      <dgm:spPr/>
      <dgm:t>
        <a:bodyPr/>
        <a:lstStyle/>
        <a:p>
          <a:endParaRPr lang="en-US"/>
        </a:p>
      </dgm:t>
    </dgm:pt>
    <dgm:pt modelId="{D3F89CAE-87BA-40B9-B124-C109686C452B}" type="sibTrans" cxnId="{8F45A31B-D581-4D3C-AAF9-13C34EAC2BA0}">
      <dgm:prSet/>
      <dgm:spPr/>
      <dgm:t>
        <a:bodyPr/>
        <a:lstStyle/>
        <a:p>
          <a:endParaRPr lang="en-US"/>
        </a:p>
      </dgm:t>
    </dgm:pt>
    <dgm:pt modelId="{02732292-56CF-4185-84AB-3DB3056F909A}" type="pres">
      <dgm:prSet presAssocID="{FF3A219C-913B-4AF4-B700-9E319B4313C7}" presName="root" presStyleCnt="0">
        <dgm:presLayoutVars>
          <dgm:dir/>
          <dgm:resizeHandles val="exact"/>
        </dgm:presLayoutVars>
      </dgm:prSet>
      <dgm:spPr/>
    </dgm:pt>
    <dgm:pt modelId="{14094602-B0BA-4F99-AF4B-7C199CAE081D}" type="pres">
      <dgm:prSet presAssocID="{F5ABFBCF-9F67-442A-B444-2DCB415E50E9}" presName="compNode" presStyleCnt="0"/>
      <dgm:spPr/>
    </dgm:pt>
    <dgm:pt modelId="{C620B847-0BAA-41C8-81BC-47616328D03D}" type="pres">
      <dgm:prSet presAssocID="{F5ABFBCF-9F67-442A-B444-2DCB415E50E9}" presName="bgRect" presStyleLbl="bgShp" presStyleIdx="0" presStyleCnt="2"/>
      <dgm:spPr/>
    </dgm:pt>
    <dgm:pt modelId="{E4E0D86B-028E-40AE-8C8B-038098F3D201}" type="pres">
      <dgm:prSet presAssocID="{F5ABFBCF-9F67-442A-B444-2DCB415E50E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4AF70020-643A-4DD9-A944-3DDC9EEDC8C6}" type="pres">
      <dgm:prSet presAssocID="{F5ABFBCF-9F67-442A-B444-2DCB415E50E9}" presName="spaceRect" presStyleCnt="0"/>
      <dgm:spPr/>
    </dgm:pt>
    <dgm:pt modelId="{23F5C7F6-C880-4C52-AF7E-D634405C9E2B}" type="pres">
      <dgm:prSet presAssocID="{F5ABFBCF-9F67-442A-B444-2DCB415E50E9}" presName="parTx" presStyleLbl="revTx" presStyleIdx="0" presStyleCnt="2">
        <dgm:presLayoutVars>
          <dgm:chMax val="0"/>
          <dgm:chPref val="0"/>
        </dgm:presLayoutVars>
      </dgm:prSet>
      <dgm:spPr/>
    </dgm:pt>
    <dgm:pt modelId="{A8C53B0E-4D1E-40A9-A9B4-BE507245726B}" type="pres">
      <dgm:prSet presAssocID="{C4151C64-21E5-433D-A753-778B91914CA3}" presName="sibTrans" presStyleCnt="0"/>
      <dgm:spPr/>
    </dgm:pt>
    <dgm:pt modelId="{4598807C-0DA6-4D7F-873D-A69FD975349C}" type="pres">
      <dgm:prSet presAssocID="{0E86A6D8-5A74-4637-9FF7-D0EE57E42B0B}" presName="compNode" presStyleCnt="0"/>
      <dgm:spPr/>
    </dgm:pt>
    <dgm:pt modelId="{EBE1E630-F947-4655-865E-0C79E64B8793}" type="pres">
      <dgm:prSet presAssocID="{0E86A6D8-5A74-4637-9FF7-D0EE57E42B0B}" presName="bgRect" presStyleLbl="bgShp" presStyleIdx="1" presStyleCnt="2"/>
      <dgm:spPr/>
    </dgm:pt>
    <dgm:pt modelId="{65E26A93-A55A-4365-B981-D8F01ACC8C25}" type="pres">
      <dgm:prSet presAssocID="{0E86A6D8-5A74-4637-9FF7-D0EE57E42B0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lot"/>
        </a:ext>
      </dgm:extLst>
    </dgm:pt>
    <dgm:pt modelId="{61692FE1-1E1A-4345-8B8F-1E43174D6D6D}" type="pres">
      <dgm:prSet presAssocID="{0E86A6D8-5A74-4637-9FF7-D0EE57E42B0B}" presName="spaceRect" presStyleCnt="0"/>
      <dgm:spPr/>
    </dgm:pt>
    <dgm:pt modelId="{B08A7DEB-8011-416C-8DEA-F953E557CDAA}" type="pres">
      <dgm:prSet presAssocID="{0E86A6D8-5A74-4637-9FF7-D0EE57E42B0B}" presName="parTx" presStyleLbl="revTx" presStyleIdx="1" presStyleCnt="2">
        <dgm:presLayoutVars>
          <dgm:chMax val="0"/>
          <dgm:chPref val="0"/>
        </dgm:presLayoutVars>
      </dgm:prSet>
      <dgm:spPr/>
    </dgm:pt>
  </dgm:ptLst>
  <dgm:cxnLst>
    <dgm:cxn modelId="{8F45A31B-D581-4D3C-AAF9-13C34EAC2BA0}" srcId="{FF3A219C-913B-4AF4-B700-9E319B4313C7}" destId="{0E86A6D8-5A74-4637-9FF7-D0EE57E42B0B}" srcOrd="1" destOrd="0" parTransId="{68434CF1-0CB0-46D2-8476-EAEE5E23FB29}" sibTransId="{D3F89CAE-87BA-40B9-B124-C109686C452B}"/>
    <dgm:cxn modelId="{82C5A828-20A1-4CAC-BDD9-068E4A2EF585}" type="presOf" srcId="{0E86A6D8-5A74-4637-9FF7-D0EE57E42B0B}" destId="{B08A7DEB-8011-416C-8DEA-F953E557CDAA}" srcOrd="0" destOrd="0" presId="urn:microsoft.com/office/officeart/2018/2/layout/IconVerticalSolidList"/>
    <dgm:cxn modelId="{70B74534-358F-46EF-8883-AFB3CFEEA1DC}" type="presOf" srcId="{F5ABFBCF-9F67-442A-B444-2DCB415E50E9}" destId="{23F5C7F6-C880-4C52-AF7E-D634405C9E2B}" srcOrd="0" destOrd="0" presId="urn:microsoft.com/office/officeart/2018/2/layout/IconVerticalSolidList"/>
    <dgm:cxn modelId="{B97178D6-A8AE-4319-A834-DC224CF11EB4}" srcId="{FF3A219C-913B-4AF4-B700-9E319B4313C7}" destId="{F5ABFBCF-9F67-442A-B444-2DCB415E50E9}" srcOrd="0" destOrd="0" parTransId="{68197C5D-8BBC-4722-937C-C6B76DD6F55A}" sibTransId="{C4151C64-21E5-433D-A753-778B91914CA3}"/>
    <dgm:cxn modelId="{48F2ABF7-DD4D-4821-A5AE-5C2512313FCF}" type="presOf" srcId="{FF3A219C-913B-4AF4-B700-9E319B4313C7}" destId="{02732292-56CF-4185-84AB-3DB3056F909A}" srcOrd="0" destOrd="0" presId="urn:microsoft.com/office/officeart/2018/2/layout/IconVerticalSolidList"/>
    <dgm:cxn modelId="{43B90283-D603-479D-BAA2-DD317BEB9B45}" type="presParOf" srcId="{02732292-56CF-4185-84AB-3DB3056F909A}" destId="{14094602-B0BA-4F99-AF4B-7C199CAE081D}" srcOrd="0" destOrd="0" presId="urn:microsoft.com/office/officeart/2018/2/layout/IconVerticalSolidList"/>
    <dgm:cxn modelId="{323F404A-512A-42E5-95C0-6C22C7611880}" type="presParOf" srcId="{14094602-B0BA-4F99-AF4B-7C199CAE081D}" destId="{C620B847-0BAA-41C8-81BC-47616328D03D}" srcOrd="0" destOrd="0" presId="urn:microsoft.com/office/officeart/2018/2/layout/IconVerticalSolidList"/>
    <dgm:cxn modelId="{71A322E2-6A1C-4AF2-8911-43450200FAC4}" type="presParOf" srcId="{14094602-B0BA-4F99-AF4B-7C199CAE081D}" destId="{E4E0D86B-028E-40AE-8C8B-038098F3D201}" srcOrd="1" destOrd="0" presId="urn:microsoft.com/office/officeart/2018/2/layout/IconVerticalSolidList"/>
    <dgm:cxn modelId="{E30C59F6-B2F0-4E02-B781-E36A367D77E2}" type="presParOf" srcId="{14094602-B0BA-4F99-AF4B-7C199CAE081D}" destId="{4AF70020-643A-4DD9-A944-3DDC9EEDC8C6}" srcOrd="2" destOrd="0" presId="urn:microsoft.com/office/officeart/2018/2/layout/IconVerticalSolidList"/>
    <dgm:cxn modelId="{56D14F7E-7026-4429-B7E2-D0FA51F4D651}" type="presParOf" srcId="{14094602-B0BA-4F99-AF4B-7C199CAE081D}" destId="{23F5C7F6-C880-4C52-AF7E-D634405C9E2B}" srcOrd="3" destOrd="0" presId="urn:microsoft.com/office/officeart/2018/2/layout/IconVerticalSolidList"/>
    <dgm:cxn modelId="{D7A15FCE-D927-4044-AA35-F762F5AF1EAF}" type="presParOf" srcId="{02732292-56CF-4185-84AB-3DB3056F909A}" destId="{A8C53B0E-4D1E-40A9-A9B4-BE507245726B}" srcOrd="1" destOrd="0" presId="urn:microsoft.com/office/officeart/2018/2/layout/IconVerticalSolidList"/>
    <dgm:cxn modelId="{9C06C173-431C-409E-B20F-1CC718BE8B29}" type="presParOf" srcId="{02732292-56CF-4185-84AB-3DB3056F909A}" destId="{4598807C-0DA6-4D7F-873D-A69FD975349C}" srcOrd="2" destOrd="0" presId="urn:microsoft.com/office/officeart/2018/2/layout/IconVerticalSolidList"/>
    <dgm:cxn modelId="{9B2C6F03-3295-4479-AC7D-CB699799936E}" type="presParOf" srcId="{4598807C-0DA6-4D7F-873D-A69FD975349C}" destId="{EBE1E630-F947-4655-865E-0C79E64B8793}" srcOrd="0" destOrd="0" presId="urn:microsoft.com/office/officeart/2018/2/layout/IconVerticalSolidList"/>
    <dgm:cxn modelId="{2C631D81-FCDF-4695-8538-522D1E328A8A}" type="presParOf" srcId="{4598807C-0DA6-4D7F-873D-A69FD975349C}" destId="{65E26A93-A55A-4365-B981-D8F01ACC8C25}" srcOrd="1" destOrd="0" presId="urn:microsoft.com/office/officeart/2018/2/layout/IconVerticalSolidList"/>
    <dgm:cxn modelId="{E8A96B0B-CACA-45BC-8237-D3974EE41F57}" type="presParOf" srcId="{4598807C-0DA6-4D7F-873D-A69FD975349C}" destId="{61692FE1-1E1A-4345-8B8F-1E43174D6D6D}" srcOrd="2" destOrd="0" presId="urn:microsoft.com/office/officeart/2018/2/layout/IconVerticalSolidList"/>
    <dgm:cxn modelId="{C147FEB6-3262-4A4B-9884-881AD131517A}" type="presParOf" srcId="{4598807C-0DA6-4D7F-873D-A69FD975349C}" destId="{B08A7DEB-8011-416C-8DEA-F953E557CDA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8264E1-B92D-451C-BAE7-D446E764E52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EC3A67A-E260-4E12-B273-7E66C457A390}">
      <dgm:prSet/>
      <dgm:spPr/>
      <dgm:t>
        <a:bodyPr/>
        <a:lstStyle/>
        <a:p>
          <a:r>
            <a:rPr lang="en-US" dirty="0"/>
            <a:t>Definition: Groupings of data from another system that are used only for reference purposes are defined as External Interface Files (EIF).</a:t>
          </a:r>
        </a:p>
      </dgm:t>
    </dgm:pt>
    <dgm:pt modelId="{881749A7-4DFF-490A-8746-7F446C355CB2}" type="parTrans" cxnId="{545E4C5E-26E8-4AD7-8490-8A8CA74A88B7}">
      <dgm:prSet/>
      <dgm:spPr/>
      <dgm:t>
        <a:bodyPr/>
        <a:lstStyle/>
        <a:p>
          <a:endParaRPr lang="en-US"/>
        </a:p>
      </dgm:t>
    </dgm:pt>
    <dgm:pt modelId="{F10C85F0-FBAB-41C6-9AEF-3B4471DB52F1}" type="sibTrans" cxnId="{545E4C5E-26E8-4AD7-8490-8A8CA74A88B7}">
      <dgm:prSet/>
      <dgm:spPr/>
      <dgm:t>
        <a:bodyPr/>
        <a:lstStyle/>
        <a:p>
          <a:endParaRPr lang="en-US"/>
        </a:p>
      </dgm:t>
    </dgm:pt>
    <dgm:pt modelId="{4EBBBA58-CE77-4322-BEF9-7C66E3046C16}">
      <dgm:prSet/>
      <dgm:spPr/>
      <dgm:t>
        <a:bodyPr/>
        <a:lstStyle/>
        <a:p>
          <a:r>
            <a:rPr lang="en-US" dirty="0"/>
            <a:t>Explanation: The second Data Function a system provides an end user is also related to logical groupings of data. In this case the user is not responsible for maintaining the data. The data resides in another system and is maintained by another user or system. The user of the system being counted requires this data for reference purposes only.</a:t>
          </a:r>
        </a:p>
      </dgm:t>
    </dgm:pt>
    <dgm:pt modelId="{8257124C-67D4-4122-AB02-029FD7022089}" type="parTrans" cxnId="{818B3854-F47F-4D90-B808-628EF74F7BD5}">
      <dgm:prSet/>
      <dgm:spPr/>
      <dgm:t>
        <a:bodyPr/>
        <a:lstStyle/>
        <a:p>
          <a:endParaRPr lang="en-US"/>
        </a:p>
      </dgm:t>
    </dgm:pt>
    <dgm:pt modelId="{23BDD220-1380-4780-88F8-4662AFEC84B8}" type="sibTrans" cxnId="{818B3854-F47F-4D90-B808-628EF74F7BD5}">
      <dgm:prSet/>
      <dgm:spPr/>
      <dgm:t>
        <a:bodyPr/>
        <a:lstStyle/>
        <a:p>
          <a:endParaRPr lang="en-US"/>
        </a:p>
      </dgm:t>
    </dgm:pt>
    <dgm:pt modelId="{815C4186-8BA6-4FA2-BEE1-52ECFF8044D5}">
      <dgm:prSet/>
      <dgm:spPr/>
      <dgm:t>
        <a:bodyPr/>
        <a:lstStyle/>
        <a:p>
          <a:r>
            <a:rPr lang="en-US" dirty="0"/>
            <a:t>For example, it may be necessary for a pilot to reference position data from a satellite or ground-based facility during flight. The pilot does not have the responsibility for updating data at these sites but must reference it during the flight.</a:t>
          </a:r>
        </a:p>
      </dgm:t>
    </dgm:pt>
    <dgm:pt modelId="{3D704975-163A-4092-A53D-6B22585357D9}" type="parTrans" cxnId="{07C4A372-70C1-4E1C-97E5-B37A160CCFE7}">
      <dgm:prSet/>
      <dgm:spPr/>
      <dgm:t>
        <a:bodyPr/>
        <a:lstStyle/>
        <a:p>
          <a:endParaRPr lang="en-US"/>
        </a:p>
      </dgm:t>
    </dgm:pt>
    <dgm:pt modelId="{E42D65BB-2666-42C9-B91B-8961B9FF3689}" type="sibTrans" cxnId="{07C4A372-70C1-4E1C-97E5-B37A160CCFE7}">
      <dgm:prSet/>
      <dgm:spPr/>
      <dgm:t>
        <a:bodyPr/>
        <a:lstStyle/>
        <a:p>
          <a:endParaRPr lang="en-US"/>
        </a:p>
      </dgm:t>
    </dgm:pt>
    <dgm:pt modelId="{8B27C1BF-81F0-4EA2-9E5F-7280F0A66D40}" type="pres">
      <dgm:prSet presAssocID="{138264E1-B92D-451C-BAE7-D446E764E520}" presName="root" presStyleCnt="0">
        <dgm:presLayoutVars>
          <dgm:dir/>
          <dgm:resizeHandles val="exact"/>
        </dgm:presLayoutVars>
      </dgm:prSet>
      <dgm:spPr/>
    </dgm:pt>
    <dgm:pt modelId="{EB7B1971-F5E1-4867-AA24-5E2ED2A5818A}" type="pres">
      <dgm:prSet presAssocID="{7EC3A67A-E260-4E12-B273-7E66C457A390}" presName="compNode" presStyleCnt="0"/>
      <dgm:spPr/>
    </dgm:pt>
    <dgm:pt modelId="{64FE46EA-A788-4F6F-A9F6-77BE422C063C}" type="pres">
      <dgm:prSet presAssocID="{7EC3A67A-E260-4E12-B273-7E66C457A390}" presName="bgRect" presStyleLbl="bgShp" presStyleIdx="0" presStyleCnt="3"/>
      <dgm:spPr/>
    </dgm:pt>
    <dgm:pt modelId="{F5E9147C-6881-40B5-9B96-FC6F10AD33C5}" type="pres">
      <dgm:prSet presAssocID="{7EC3A67A-E260-4E12-B273-7E66C457A39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854D39E6-9052-44E6-8187-C1EBE743D507}" type="pres">
      <dgm:prSet presAssocID="{7EC3A67A-E260-4E12-B273-7E66C457A390}" presName="spaceRect" presStyleCnt="0"/>
      <dgm:spPr/>
    </dgm:pt>
    <dgm:pt modelId="{F2D573C7-666F-49F6-A010-31B87F8518FD}" type="pres">
      <dgm:prSet presAssocID="{7EC3A67A-E260-4E12-B273-7E66C457A390}" presName="parTx" presStyleLbl="revTx" presStyleIdx="0" presStyleCnt="3">
        <dgm:presLayoutVars>
          <dgm:chMax val="0"/>
          <dgm:chPref val="0"/>
        </dgm:presLayoutVars>
      </dgm:prSet>
      <dgm:spPr/>
    </dgm:pt>
    <dgm:pt modelId="{EEBDD7B1-76DC-4BFC-9198-C043AAB26081}" type="pres">
      <dgm:prSet presAssocID="{F10C85F0-FBAB-41C6-9AEF-3B4471DB52F1}" presName="sibTrans" presStyleCnt="0"/>
      <dgm:spPr/>
    </dgm:pt>
    <dgm:pt modelId="{30F60F0C-71F0-47D8-9F77-7540E2D22C77}" type="pres">
      <dgm:prSet presAssocID="{4EBBBA58-CE77-4322-BEF9-7C66E3046C16}" presName="compNode" presStyleCnt="0"/>
      <dgm:spPr/>
    </dgm:pt>
    <dgm:pt modelId="{4C755360-9EEB-4002-88B0-C816C2257410}" type="pres">
      <dgm:prSet presAssocID="{4EBBBA58-CE77-4322-BEF9-7C66E3046C16}" presName="bgRect" presStyleLbl="bgShp" presStyleIdx="1" presStyleCnt="3"/>
      <dgm:spPr/>
    </dgm:pt>
    <dgm:pt modelId="{7ACA8A00-EAC1-45B9-8BAF-A99C09B04BEE}" type="pres">
      <dgm:prSet presAssocID="{4EBBBA58-CE77-4322-BEF9-7C66E3046C1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CF95570F-7004-4E4F-A911-CAEE6F383EFF}" type="pres">
      <dgm:prSet presAssocID="{4EBBBA58-CE77-4322-BEF9-7C66E3046C16}" presName="spaceRect" presStyleCnt="0"/>
      <dgm:spPr/>
    </dgm:pt>
    <dgm:pt modelId="{7506D4E7-7C81-4C98-BC00-4AFFDBFD71A7}" type="pres">
      <dgm:prSet presAssocID="{4EBBBA58-CE77-4322-BEF9-7C66E3046C16}" presName="parTx" presStyleLbl="revTx" presStyleIdx="1" presStyleCnt="3">
        <dgm:presLayoutVars>
          <dgm:chMax val="0"/>
          <dgm:chPref val="0"/>
        </dgm:presLayoutVars>
      </dgm:prSet>
      <dgm:spPr/>
    </dgm:pt>
    <dgm:pt modelId="{2020423A-ACF7-4F9E-A84B-81F5599D9806}" type="pres">
      <dgm:prSet presAssocID="{23BDD220-1380-4780-88F8-4662AFEC84B8}" presName="sibTrans" presStyleCnt="0"/>
      <dgm:spPr/>
    </dgm:pt>
    <dgm:pt modelId="{BDFE17E2-ACE0-45A0-8FEF-F6B6C06BA990}" type="pres">
      <dgm:prSet presAssocID="{815C4186-8BA6-4FA2-BEE1-52ECFF8044D5}" presName="compNode" presStyleCnt="0"/>
      <dgm:spPr/>
    </dgm:pt>
    <dgm:pt modelId="{B9036673-6624-477D-9943-19E546C4D779}" type="pres">
      <dgm:prSet presAssocID="{815C4186-8BA6-4FA2-BEE1-52ECFF8044D5}" presName="bgRect" presStyleLbl="bgShp" presStyleIdx="2" presStyleCnt="3"/>
      <dgm:spPr/>
    </dgm:pt>
    <dgm:pt modelId="{F5BDB5A0-D9ED-448B-B47B-BC0834A46CB5}" type="pres">
      <dgm:prSet presAssocID="{815C4186-8BA6-4FA2-BEE1-52ECFF8044D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atellite"/>
        </a:ext>
      </dgm:extLst>
    </dgm:pt>
    <dgm:pt modelId="{F229416D-0783-4BD7-85A5-22662E04ED93}" type="pres">
      <dgm:prSet presAssocID="{815C4186-8BA6-4FA2-BEE1-52ECFF8044D5}" presName="spaceRect" presStyleCnt="0"/>
      <dgm:spPr/>
    </dgm:pt>
    <dgm:pt modelId="{A078F0F0-7F95-4C46-9042-CAE12F432653}" type="pres">
      <dgm:prSet presAssocID="{815C4186-8BA6-4FA2-BEE1-52ECFF8044D5}" presName="parTx" presStyleLbl="revTx" presStyleIdx="2" presStyleCnt="3">
        <dgm:presLayoutVars>
          <dgm:chMax val="0"/>
          <dgm:chPref val="0"/>
        </dgm:presLayoutVars>
      </dgm:prSet>
      <dgm:spPr/>
    </dgm:pt>
  </dgm:ptLst>
  <dgm:cxnLst>
    <dgm:cxn modelId="{545E4C5E-26E8-4AD7-8490-8A8CA74A88B7}" srcId="{138264E1-B92D-451C-BAE7-D446E764E520}" destId="{7EC3A67A-E260-4E12-B273-7E66C457A390}" srcOrd="0" destOrd="0" parTransId="{881749A7-4DFF-490A-8746-7F446C355CB2}" sibTransId="{F10C85F0-FBAB-41C6-9AEF-3B4471DB52F1}"/>
    <dgm:cxn modelId="{07C4A372-70C1-4E1C-97E5-B37A160CCFE7}" srcId="{138264E1-B92D-451C-BAE7-D446E764E520}" destId="{815C4186-8BA6-4FA2-BEE1-52ECFF8044D5}" srcOrd="2" destOrd="0" parTransId="{3D704975-163A-4092-A53D-6B22585357D9}" sibTransId="{E42D65BB-2666-42C9-B91B-8961B9FF3689}"/>
    <dgm:cxn modelId="{818B3854-F47F-4D90-B808-628EF74F7BD5}" srcId="{138264E1-B92D-451C-BAE7-D446E764E520}" destId="{4EBBBA58-CE77-4322-BEF9-7C66E3046C16}" srcOrd="1" destOrd="0" parTransId="{8257124C-67D4-4122-AB02-029FD7022089}" sibTransId="{23BDD220-1380-4780-88F8-4662AFEC84B8}"/>
    <dgm:cxn modelId="{FFDE5D89-A6B4-4117-9965-AB5D1A965070}" type="presOf" srcId="{815C4186-8BA6-4FA2-BEE1-52ECFF8044D5}" destId="{A078F0F0-7F95-4C46-9042-CAE12F432653}" srcOrd="0" destOrd="0" presId="urn:microsoft.com/office/officeart/2018/2/layout/IconVerticalSolidList"/>
    <dgm:cxn modelId="{2B8D2E95-C509-430D-9264-FEFEAEDD171E}" type="presOf" srcId="{138264E1-B92D-451C-BAE7-D446E764E520}" destId="{8B27C1BF-81F0-4EA2-9E5F-7280F0A66D40}" srcOrd="0" destOrd="0" presId="urn:microsoft.com/office/officeart/2018/2/layout/IconVerticalSolidList"/>
    <dgm:cxn modelId="{974FA7A2-006E-4009-AD1C-3A021D449EC7}" type="presOf" srcId="{7EC3A67A-E260-4E12-B273-7E66C457A390}" destId="{F2D573C7-666F-49F6-A010-31B87F8518FD}" srcOrd="0" destOrd="0" presId="urn:microsoft.com/office/officeart/2018/2/layout/IconVerticalSolidList"/>
    <dgm:cxn modelId="{397148BD-CD17-4969-BF49-DFBA77D50FA4}" type="presOf" srcId="{4EBBBA58-CE77-4322-BEF9-7C66E3046C16}" destId="{7506D4E7-7C81-4C98-BC00-4AFFDBFD71A7}" srcOrd="0" destOrd="0" presId="urn:microsoft.com/office/officeart/2018/2/layout/IconVerticalSolidList"/>
    <dgm:cxn modelId="{83B395F1-3D38-4F85-846C-9416764208BE}" type="presParOf" srcId="{8B27C1BF-81F0-4EA2-9E5F-7280F0A66D40}" destId="{EB7B1971-F5E1-4867-AA24-5E2ED2A5818A}" srcOrd="0" destOrd="0" presId="urn:microsoft.com/office/officeart/2018/2/layout/IconVerticalSolidList"/>
    <dgm:cxn modelId="{77A615F4-59F0-482B-8079-421C36CEEB5D}" type="presParOf" srcId="{EB7B1971-F5E1-4867-AA24-5E2ED2A5818A}" destId="{64FE46EA-A788-4F6F-A9F6-77BE422C063C}" srcOrd="0" destOrd="0" presId="urn:microsoft.com/office/officeart/2018/2/layout/IconVerticalSolidList"/>
    <dgm:cxn modelId="{02F592D2-61CB-46D5-88C3-E97079901B80}" type="presParOf" srcId="{EB7B1971-F5E1-4867-AA24-5E2ED2A5818A}" destId="{F5E9147C-6881-40B5-9B96-FC6F10AD33C5}" srcOrd="1" destOrd="0" presId="urn:microsoft.com/office/officeart/2018/2/layout/IconVerticalSolidList"/>
    <dgm:cxn modelId="{10A263D2-53A1-4198-8A44-06C7C55A82DF}" type="presParOf" srcId="{EB7B1971-F5E1-4867-AA24-5E2ED2A5818A}" destId="{854D39E6-9052-44E6-8187-C1EBE743D507}" srcOrd="2" destOrd="0" presId="urn:microsoft.com/office/officeart/2018/2/layout/IconVerticalSolidList"/>
    <dgm:cxn modelId="{F32C179C-29DD-4C62-BC94-FE869376EFA3}" type="presParOf" srcId="{EB7B1971-F5E1-4867-AA24-5E2ED2A5818A}" destId="{F2D573C7-666F-49F6-A010-31B87F8518FD}" srcOrd="3" destOrd="0" presId="urn:microsoft.com/office/officeart/2018/2/layout/IconVerticalSolidList"/>
    <dgm:cxn modelId="{2DEC1377-0199-4096-8C2A-4D1198E3F6D5}" type="presParOf" srcId="{8B27C1BF-81F0-4EA2-9E5F-7280F0A66D40}" destId="{EEBDD7B1-76DC-4BFC-9198-C043AAB26081}" srcOrd="1" destOrd="0" presId="urn:microsoft.com/office/officeart/2018/2/layout/IconVerticalSolidList"/>
    <dgm:cxn modelId="{C4456ADB-5B9C-48E0-9829-5BBC746BDDD7}" type="presParOf" srcId="{8B27C1BF-81F0-4EA2-9E5F-7280F0A66D40}" destId="{30F60F0C-71F0-47D8-9F77-7540E2D22C77}" srcOrd="2" destOrd="0" presId="urn:microsoft.com/office/officeart/2018/2/layout/IconVerticalSolidList"/>
    <dgm:cxn modelId="{492DE2EC-4414-42CE-A058-AFEA6259B8E1}" type="presParOf" srcId="{30F60F0C-71F0-47D8-9F77-7540E2D22C77}" destId="{4C755360-9EEB-4002-88B0-C816C2257410}" srcOrd="0" destOrd="0" presId="urn:microsoft.com/office/officeart/2018/2/layout/IconVerticalSolidList"/>
    <dgm:cxn modelId="{7EF755FE-123B-43A3-A3F5-34AFC81E03F0}" type="presParOf" srcId="{30F60F0C-71F0-47D8-9F77-7540E2D22C77}" destId="{7ACA8A00-EAC1-45B9-8BAF-A99C09B04BEE}" srcOrd="1" destOrd="0" presId="urn:microsoft.com/office/officeart/2018/2/layout/IconVerticalSolidList"/>
    <dgm:cxn modelId="{1F40F228-7F45-4E0D-AE77-B463DAD087E1}" type="presParOf" srcId="{30F60F0C-71F0-47D8-9F77-7540E2D22C77}" destId="{CF95570F-7004-4E4F-A911-CAEE6F383EFF}" srcOrd="2" destOrd="0" presId="urn:microsoft.com/office/officeart/2018/2/layout/IconVerticalSolidList"/>
    <dgm:cxn modelId="{7B4478F9-F898-47F7-9F23-F3AA3FFD61DF}" type="presParOf" srcId="{30F60F0C-71F0-47D8-9F77-7540E2D22C77}" destId="{7506D4E7-7C81-4C98-BC00-4AFFDBFD71A7}" srcOrd="3" destOrd="0" presId="urn:microsoft.com/office/officeart/2018/2/layout/IconVerticalSolidList"/>
    <dgm:cxn modelId="{5B05CF5F-0647-4901-99B9-A36298E0C90D}" type="presParOf" srcId="{8B27C1BF-81F0-4EA2-9E5F-7280F0A66D40}" destId="{2020423A-ACF7-4F9E-A84B-81F5599D9806}" srcOrd="3" destOrd="0" presId="urn:microsoft.com/office/officeart/2018/2/layout/IconVerticalSolidList"/>
    <dgm:cxn modelId="{0632E04F-A51C-4E94-8975-9DC521C8A0BF}" type="presParOf" srcId="{8B27C1BF-81F0-4EA2-9E5F-7280F0A66D40}" destId="{BDFE17E2-ACE0-45A0-8FEF-F6B6C06BA990}" srcOrd="4" destOrd="0" presId="urn:microsoft.com/office/officeart/2018/2/layout/IconVerticalSolidList"/>
    <dgm:cxn modelId="{B5FCA52A-5847-4711-842A-562FB1A40FA0}" type="presParOf" srcId="{BDFE17E2-ACE0-45A0-8FEF-F6B6C06BA990}" destId="{B9036673-6624-477D-9943-19E546C4D779}" srcOrd="0" destOrd="0" presId="urn:microsoft.com/office/officeart/2018/2/layout/IconVerticalSolidList"/>
    <dgm:cxn modelId="{213D78C7-5D7C-4AB1-9D09-E3459419B81A}" type="presParOf" srcId="{BDFE17E2-ACE0-45A0-8FEF-F6B6C06BA990}" destId="{F5BDB5A0-D9ED-448B-B47B-BC0834A46CB5}" srcOrd="1" destOrd="0" presId="urn:microsoft.com/office/officeart/2018/2/layout/IconVerticalSolidList"/>
    <dgm:cxn modelId="{42D68C75-FA7F-4F2C-9E31-001ED98C0288}" type="presParOf" srcId="{BDFE17E2-ACE0-45A0-8FEF-F6B6C06BA990}" destId="{F229416D-0783-4BD7-85A5-22662E04ED93}" srcOrd="2" destOrd="0" presId="urn:microsoft.com/office/officeart/2018/2/layout/IconVerticalSolidList"/>
    <dgm:cxn modelId="{577220BF-D7D9-4DB1-8AD5-6E4370439C70}" type="presParOf" srcId="{BDFE17E2-ACE0-45A0-8FEF-F6B6C06BA990}" destId="{A078F0F0-7F95-4C46-9042-CAE12F43265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58690CC-9E41-4AFA-8C7D-10E9DB4DB06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FC01564F-2F5F-4C87-AFB4-5DC69A69982A}">
      <dgm:prSet/>
      <dgm:spPr/>
      <dgm:t>
        <a:bodyPr/>
        <a:lstStyle/>
        <a:p>
          <a:r>
            <a:rPr lang="en-US"/>
            <a:t>Number of factors considered ( F</a:t>
          </a:r>
          <a:r>
            <a:rPr lang="en-US" i="1" baseline="-25000"/>
            <a:t>i </a:t>
          </a:r>
          <a:r>
            <a:rPr lang="en-US"/>
            <a:t>)</a:t>
          </a:r>
        </a:p>
      </dgm:t>
    </dgm:pt>
    <dgm:pt modelId="{4C51AB70-B209-474F-8508-DABC131B5C4C}" type="parTrans" cxnId="{1AF55B86-EB19-4D86-827A-7923AB78D38B}">
      <dgm:prSet/>
      <dgm:spPr/>
      <dgm:t>
        <a:bodyPr/>
        <a:lstStyle/>
        <a:p>
          <a:endParaRPr lang="en-US"/>
        </a:p>
      </dgm:t>
    </dgm:pt>
    <dgm:pt modelId="{23707F35-355C-4219-BDE8-FAB9AD9184E2}" type="sibTrans" cxnId="{1AF55B86-EB19-4D86-827A-7923AB78D38B}">
      <dgm:prSet/>
      <dgm:spPr/>
      <dgm:t>
        <a:bodyPr/>
        <a:lstStyle/>
        <a:p>
          <a:endParaRPr lang="en-US"/>
        </a:p>
      </dgm:t>
    </dgm:pt>
    <dgm:pt modelId="{8742D293-9F17-4357-A156-E0819DD6D930}">
      <dgm:prSet/>
      <dgm:spPr/>
      <dgm:t>
        <a:bodyPr/>
        <a:lstStyle/>
        <a:p>
          <a:r>
            <a:rPr lang="en-US"/>
            <a:t>1.Does the system require reliable backup and recovery ?</a:t>
          </a:r>
        </a:p>
      </dgm:t>
    </dgm:pt>
    <dgm:pt modelId="{CD05CBA5-9913-4A52-912E-358E1334905F}" type="parTrans" cxnId="{FF2D4A2E-95A1-4E0C-949A-55A59A4ED5AF}">
      <dgm:prSet/>
      <dgm:spPr/>
      <dgm:t>
        <a:bodyPr/>
        <a:lstStyle/>
        <a:p>
          <a:endParaRPr lang="en-US"/>
        </a:p>
      </dgm:t>
    </dgm:pt>
    <dgm:pt modelId="{CA6A35E5-C7FA-4A70-B3ED-ABC6B3ADE62F}" type="sibTrans" cxnId="{FF2D4A2E-95A1-4E0C-949A-55A59A4ED5AF}">
      <dgm:prSet/>
      <dgm:spPr/>
      <dgm:t>
        <a:bodyPr/>
        <a:lstStyle/>
        <a:p>
          <a:endParaRPr lang="en-US"/>
        </a:p>
      </dgm:t>
    </dgm:pt>
    <dgm:pt modelId="{0730E836-4B24-49DD-AF41-8B0CE15D2B63}">
      <dgm:prSet/>
      <dgm:spPr/>
      <dgm:t>
        <a:bodyPr/>
        <a:lstStyle/>
        <a:p>
          <a:r>
            <a:rPr lang="en-US"/>
            <a:t>2.Is data communication required ?</a:t>
          </a:r>
        </a:p>
      </dgm:t>
    </dgm:pt>
    <dgm:pt modelId="{A18802CD-149F-455C-8212-A5E2004A5FD0}" type="parTrans" cxnId="{25725C07-AB02-4FA3-9E1D-A4BCF4491D66}">
      <dgm:prSet/>
      <dgm:spPr/>
      <dgm:t>
        <a:bodyPr/>
        <a:lstStyle/>
        <a:p>
          <a:endParaRPr lang="en-US"/>
        </a:p>
      </dgm:t>
    </dgm:pt>
    <dgm:pt modelId="{B7F65B86-F4AE-4626-9D4C-7A1FC3F12E06}" type="sibTrans" cxnId="{25725C07-AB02-4FA3-9E1D-A4BCF4491D66}">
      <dgm:prSet/>
      <dgm:spPr/>
      <dgm:t>
        <a:bodyPr/>
        <a:lstStyle/>
        <a:p>
          <a:endParaRPr lang="en-US"/>
        </a:p>
      </dgm:t>
    </dgm:pt>
    <dgm:pt modelId="{A8E7836A-1245-4B60-9BEE-F060BE7DE17E}">
      <dgm:prSet/>
      <dgm:spPr/>
      <dgm:t>
        <a:bodyPr/>
        <a:lstStyle/>
        <a:p>
          <a:r>
            <a:rPr lang="en-US"/>
            <a:t>3.Are there distributed processing functions ?</a:t>
          </a:r>
        </a:p>
      </dgm:t>
    </dgm:pt>
    <dgm:pt modelId="{7B1288C7-D490-404E-81AD-15950358E29A}" type="parTrans" cxnId="{9D18564F-8A5E-41B3-A84F-BCEB7E3D69E5}">
      <dgm:prSet/>
      <dgm:spPr/>
      <dgm:t>
        <a:bodyPr/>
        <a:lstStyle/>
        <a:p>
          <a:endParaRPr lang="en-US"/>
        </a:p>
      </dgm:t>
    </dgm:pt>
    <dgm:pt modelId="{2764E282-6B88-4417-A6B7-BB7BDE960BAE}" type="sibTrans" cxnId="{9D18564F-8A5E-41B3-A84F-BCEB7E3D69E5}">
      <dgm:prSet/>
      <dgm:spPr/>
      <dgm:t>
        <a:bodyPr/>
        <a:lstStyle/>
        <a:p>
          <a:endParaRPr lang="en-US"/>
        </a:p>
      </dgm:t>
    </dgm:pt>
    <dgm:pt modelId="{90C687C2-E7B7-4B34-8FFC-C296FD455EA7}">
      <dgm:prSet/>
      <dgm:spPr/>
      <dgm:t>
        <a:bodyPr/>
        <a:lstStyle/>
        <a:p>
          <a:r>
            <a:rPr lang="en-US"/>
            <a:t>4.Is performance critical ?</a:t>
          </a:r>
        </a:p>
      </dgm:t>
    </dgm:pt>
    <dgm:pt modelId="{A8DFE0F7-A1D8-454B-A3B1-05EA5EFF0B61}" type="parTrans" cxnId="{040A5909-EF6A-4FE0-A252-C18FCD79A219}">
      <dgm:prSet/>
      <dgm:spPr/>
      <dgm:t>
        <a:bodyPr/>
        <a:lstStyle/>
        <a:p>
          <a:endParaRPr lang="en-US"/>
        </a:p>
      </dgm:t>
    </dgm:pt>
    <dgm:pt modelId="{D524FBF9-A220-4DB0-B255-AC03EA05CF09}" type="sibTrans" cxnId="{040A5909-EF6A-4FE0-A252-C18FCD79A219}">
      <dgm:prSet/>
      <dgm:spPr/>
      <dgm:t>
        <a:bodyPr/>
        <a:lstStyle/>
        <a:p>
          <a:endParaRPr lang="en-US"/>
        </a:p>
      </dgm:t>
    </dgm:pt>
    <dgm:pt modelId="{47ACDB09-4161-4C40-B7D5-34DB8CF048DC}">
      <dgm:prSet/>
      <dgm:spPr/>
      <dgm:t>
        <a:bodyPr/>
        <a:lstStyle/>
        <a:p>
          <a:r>
            <a:rPr lang="en-US"/>
            <a:t>5.Will the system run in an existing heavily utilized operational environment ?</a:t>
          </a:r>
        </a:p>
      </dgm:t>
    </dgm:pt>
    <dgm:pt modelId="{32F84901-FFED-418B-A736-8AA4D705E1AE}" type="parTrans" cxnId="{7537C55D-8993-4DAD-AE37-BFB38AE1B549}">
      <dgm:prSet/>
      <dgm:spPr/>
      <dgm:t>
        <a:bodyPr/>
        <a:lstStyle/>
        <a:p>
          <a:endParaRPr lang="en-US"/>
        </a:p>
      </dgm:t>
    </dgm:pt>
    <dgm:pt modelId="{A821F0FB-A68B-4426-972F-4E604D9CDE85}" type="sibTrans" cxnId="{7537C55D-8993-4DAD-AE37-BFB38AE1B549}">
      <dgm:prSet/>
      <dgm:spPr/>
      <dgm:t>
        <a:bodyPr/>
        <a:lstStyle/>
        <a:p>
          <a:endParaRPr lang="en-US"/>
        </a:p>
      </dgm:t>
    </dgm:pt>
    <dgm:pt modelId="{652F0821-A8CD-455F-ADA1-C982C1643535}">
      <dgm:prSet/>
      <dgm:spPr/>
      <dgm:t>
        <a:bodyPr/>
        <a:lstStyle/>
        <a:p>
          <a:r>
            <a:rPr lang="en-US"/>
            <a:t>6.Does the system require on line data entry ?</a:t>
          </a:r>
        </a:p>
      </dgm:t>
    </dgm:pt>
    <dgm:pt modelId="{425B3192-9912-4DC4-A54F-D6CD15B72404}" type="parTrans" cxnId="{E5C3B92E-2420-4A26-930A-489E82811AE1}">
      <dgm:prSet/>
      <dgm:spPr/>
      <dgm:t>
        <a:bodyPr/>
        <a:lstStyle/>
        <a:p>
          <a:endParaRPr lang="en-US"/>
        </a:p>
      </dgm:t>
    </dgm:pt>
    <dgm:pt modelId="{08446906-169C-4CA2-ACF0-262B5E3BF8D5}" type="sibTrans" cxnId="{E5C3B92E-2420-4A26-930A-489E82811AE1}">
      <dgm:prSet/>
      <dgm:spPr/>
      <dgm:t>
        <a:bodyPr/>
        <a:lstStyle/>
        <a:p>
          <a:endParaRPr lang="en-US"/>
        </a:p>
      </dgm:t>
    </dgm:pt>
    <dgm:pt modelId="{F0A9DFC2-F76B-4409-89BE-1E912289A77E}">
      <dgm:prSet/>
      <dgm:spPr/>
      <dgm:t>
        <a:bodyPr/>
        <a:lstStyle/>
        <a:p>
          <a:r>
            <a:rPr lang="en-US"/>
            <a:t>7.Does the on line data entry require the input transaction to be built over multiple screens or operations ?</a:t>
          </a:r>
        </a:p>
      </dgm:t>
    </dgm:pt>
    <dgm:pt modelId="{1BB9FC93-2C2A-4666-8103-7BA4C390C93C}" type="parTrans" cxnId="{B1B7211A-6965-47AC-B766-E397E7CE5F0E}">
      <dgm:prSet/>
      <dgm:spPr/>
      <dgm:t>
        <a:bodyPr/>
        <a:lstStyle/>
        <a:p>
          <a:endParaRPr lang="en-US"/>
        </a:p>
      </dgm:t>
    </dgm:pt>
    <dgm:pt modelId="{3D3D66DF-F4AB-47A2-8FE7-AADBC378AF3C}" type="sibTrans" cxnId="{B1B7211A-6965-47AC-B766-E397E7CE5F0E}">
      <dgm:prSet/>
      <dgm:spPr/>
      <dgm:t>
        <a:bodyPr/>
        <a:lstStyle/>
        <a:p>
          <a:endParaRPr lang="en-US"/>
        </a:p>
      </dgm:t>
    </dgm:pt>
    <dgm:pt modelId="{F5FDC50E-AABA-42AC-80CC-81CD10560EF0}">
      <dgm:prSet/>
      <dgm:spPr/>
      <dgm:t>
        <a:bodyPr/>
        <a:lstStyle/>
        <a:p>
          <a:r>
            <a:rPr lang="en-US"/>
            <a:t>8.Are the master files updated on line ?</a:t>
          </a:r>
        </a:p>
      </dgm:t>
    </dgm:pt>
    <dgm:pt modelId="{F47CBBD6-8D1A-4593-B9FC-1D21D2AE4D9A}" type="parTrans" cxnId="{52D71953-CA84-4C00-9443-FED41581D5AD}">
      <dgm:prSet/>
      <dgm:spPr/>
      <dgm:t>
        <a:bodyPr/>
        <a:lstStyle/>
        <a:p>
          <a:endParaRPr lang="en-US"/>
        </a:p>
      </dgm:t>
    </dgm:pt>
    <dgm:pt modelId="{3E2589C5-779D-49CD-91A3-151CC625388D}" type="sibTrans" cxnId="{52D71953-CA84-4C00-9443-FED41581D5AD}">
      <dgm:prSet/>
      <dgm:spPr/>
      <dgm:t>
        <a:bodyPr/>
        <a:lstStyle/>
        <a:p>
          <a:endParaRPr lang="en-US"/>
        </a:p>
      </dgm:t>
    </dgm:pt>
    <dgm:pt modelId="{479E2473-973A-4352-8D3D-9FD2218E49D1}">
      <dgm:prSet/>
      <dgm:spPr/>
      <dgm:t>
        <a:bodyPr/>
        <a:lstStyle/>
        <a:p>
          <a:r>
            <a:rPr lang="en-US"/>
            <a:t>9.Is the inputs, outputs, files, or inquiries complex ?</a:t>
          </a:r>
        </a:p>
      </dgm:t>
    </dgm:pt>
    <dgm:pt modelId="{D195C5C5-1029-43FC-AA7D-CB3106CE22E9}" type="parTrans" cxnId="{F5DE29E7-1D66-44BB-B301-63708FEE06AA}">
      <dgm:prSet/>
      <dgm:spPr/>
      <dgm:t>
        <a:bodyPr/>
        <a:lstStyle/>
        <a:p>
          <a:endParaRPr lang="en-US"/>
        </a:p>
      </dgm:t>
    </dgm:pt>
    <dgm:pt modelId="{D335B067-0780-4E75-840E-4A13BD5B6D78}" type="sibTrans" cxnId="{F5DE29E7-1D66-44BB-B301-63708FEE06AA}">
      <dgm:prSet/>
      <dgm:spPr/>
      <dgm:t>
        <a:bodyPr/>
        <a:lstStyle/>
        <a:p>
          <a:endParaRPr lang="en-US"/>
        </a:p>
      </dgm:t>
    </dgm:pt>
    <dgm:pt modelId="{4CCB520D-904E-4D6E-A4C1-B4AFAE5B7E3B}">
      <dgm:prSet/>
      <dgm:spPr/>
      <dgm:t>
        <a:bodyPr/>
        <a:lstStyle/>
        <a:p>
          <a:r>
            <a:rPr lang="en-US"/>
            <a:t>10.Is the internal processing complex ?</a:t>
          </a:r>
        </a:p>
      </dgm:t>
    </dgm:pt>
    <dgm:pt modelId="{8FAD9DA0-74AB-4A35-AF9E-3DF3D6B81B30}" type="parTrans" cxnId="{61BDB32D-C145-4F4E-9459-A35B6DAC5B75}">
      <dgm:prSet/>
      <dgm:spPr/>
      <dgm:t>
        <a:bodyPr/>
        <a:lstStyle/>
        <a:p>
          <a:endParaRPr lang="en-US"/>
        </a:p>
      </dgm:t>
    </dgm:pt>
    <dgm:pt modelId="{9D5F7948-71E8-4222-A6BA-711F60F8165D}" type="sibTrans" cxnId="{61BDB32D-C145-4F4E-9459-A35B6DAC5B75}">
      <dgm:prSet/>
      <dgm:spPr/>
      <dgm:t>
        <a:bodyPr/>
        <a:lstStyle/>
        <a:p>
          <a:endParaRPr lang="en-US"/>
        </a:p>
      </dgm:t>
    </dgm:pt>
    <dgm:pt modelId="{6533602E-415A-4F35-A872-39E69658F23F}">
      <dgm:prSet/>
      <dgm:spPr/>
      <dgm:t>
        <a:bodyPr/>
        <a:lstStyle/>
        <a:p>
          <a:r>
            <a:rPr lang="en-US"/>
            <a:t>11.Is the code designed to be reusable ?</a:t>
          </a:r>
        </a:p>
      </dgm:t>
    </dgm:pt>
    <dgm:pt modelId="{4EDCFFDE-2741-433E-8166-7B578CB9930A}" type="parTrans" cxnId="{30D11D76-62E3-44AE-B102-A3020A3C6B44}">
      <dgm:prSet/>
      <dgm:spPr/>
      <dgm:t>
        <a:bodyPr/>
        <a:lstStyle/>
        <a:p>
          <a:endParaRPr lang="en-US"/>
        </a:p>
      </dgm:t>
    </dgm:pt>
    <dgm:pt modelId="{1BFA1474-E2A3-417F-BBCE-FD1968CEB20B}" type="sibTrans" cxnId="{30D11D76-62E3-44AE-B102-A3020A3C6B44}">
      <dgm:prSet/>
      <dgm:spPr/>
      <dgm:t>
        <a:bodyPr/>
        <a:lstStyle/>
        <a:p>
          <a:endParaRPr lang="en-US"/>
        </a:p>
      </dgm:t>
    </dgm:pt>
    <dgm:pt modelId="{57BA25B1-EEEE-49B5-8391-B998116F42DF}">
      <dgm:prSet/>
      <dgm:spPr/>
      <dgm:t>
        <a:bodyPr/>
        <a:lstStyle/>
        <a:p>
          <a:r>
            <a:rPr lang="en-US"/>
            <a:t>12.Are conversion and installation included in the design ?</a:t>
          </a:r>
        </a:p>
      </dgm:t>
    </dgm:pt>
    <dgm:pt modelId="{F5132CA8-1A21-4E54-A601-251237B94E5A}" type="parTrans" cxnId="{4E3CAE88-0585-4D01-AC8E-481C84F3C1DD}">
      <dgm:prSet/>
      <dgm:spPr/>
      <dgm:t>
        <a:bodyPr/>
        <a:lstStyle/>
        <a:p>
          <a:endParaRPr lang="en-US"/>
        </a:p>
      </dgm:t>
    </dgm:pt>
    <dgm:pt modelId="{B6C676E2-2AEF-4464-BCAE-B16083C91B54}" type="sibTrans" cxnId="{4E3CAE88-0585-4D01-AC8E-481C84F3C1DD}">
      <dgm:prSet/>
      <dgm:spPr/>
      <dgm:t>
        <a:bodyPr/>
        <a:lstStyle/>
        <a:p>
          <a:endParaRPr lang="en-US"/>
        </a:p>
      </dgm:t>
    </dgm:pt>
    <dgm:pt modelId="{E7747267-2253-4893-ACA5-7CE3E3F2AF51}">
      <dgm:prSet/>
      <dgm:spPr/>
      <dgm:t>
        <a:bodyPr/>
        <a:lstStyle/>
        <a:p>
          <a:r>
            <a:rPr lang="en-US"/>
            <a:t>13.Is the system designed for multiple installations in different organizations ?</a:t>
          </a:r>
        </a:p>
      </dgm:t>
    </dgm:pt>
    <dgm:pt modelId="{C7C07A78-6280-4189-BEB2-EF293297DD72}" type="parTrans" cxnId="{3FC09F09-519C-46FE-A049-07C0AE4227C1}">
      <dgm:prSet/>
      <dgm:spPr/>
      <dgm:t>
        <a:bodyPr/>
        <a:lstStyle/>
        <a:p>
          <a:endParaRPr lang="en-US"/>
        </a:p>
      </dgm:t>
    </dgm:pt>
    <dgm:pt modelId="{AF5EDC50-326F-4FCF-B277-0EAF537DCFCB}" type="sibTrans" cxnId="{3FC09F09-519C-46FE-A049-07C0AE4227C1}">
      <dgm:prSet/>
      <dgm:spPr/>
      <dgm:t>
        <a:bodyPr/>
        <a:lstStyle/>
        <a:p>
          <a:endParaRPr lang="en-US"/>
        </a:p>
      </dgm:t>
    </dgm:pt>
    <dgm:pt modelId="{19874B29-07A8-4DAD-9A30-BF1DB5AFA5AF}">
      <dgm:prSet/>
      <dgm:spPr/>
      <dgm:t>
        <a:bodyPr/>
        <a:lstStyle/>
        <a:p>
          <a:r>
            <a:rPr lang="en-US"/>
            <a:t>14.Is the application designed to facilitate change and ease of use by the user ?</a:t>
          </a:r>
        </a:p>
      </dgm:t>
    </dgm:pt>
    <dgm:pt modelId="{DD707039-E94B-46E2-AFF1-1409EB92C361}" type="parTrans" cxnId="{776EDCF3-F679-451C-ACEB-0B4C14147ED8}">
      <dgm:prSet/>
      <dgm:spPr/>
      <dgm:t>
        <a:bodyPr/>
        <a:lstStyle/>
        <a:p>
          <a:endParaRPr lang="en-US"/>
        </a:p>
      </dgm:t>
    </dgm:pt>
    <dgm:pt modelId="{FBBD0583-280B-41BE-AA40-B4FBF4A6343C}" type="sibTrans" cxnId="{776EDCF3-F679-451C-ACEB-0B4C14147ED8}">
      <dgm:prSet/>
      <dgm:spPr/>
      <dgm:t>
        <a:bodyPr/>
        <a:lstStyle/>
        <a:p>
          <a:endParaRPr lang="en-US"/>
        </a:p>
      </dgm:t>
    </dgm:pt>
    <dgm:pt modelId="{8814AB5D-D185-4944-9002-64D55333A322}" type="pres">
      <dgm:prSet presAssocID="{F58690CC-9E41-4AFA-8C7D-10E9DB4DB061}" presName="vert0" presStyleCnt="0">
        <dgm:presLayoutVars>
          <dgm:dir/>
          <dgm:animOne val="branch"/>
          <dgm:animLvl val="lvl"/>
        </dgm:presLayoutVars>
      </dgm:prSet>
      <dgm:spPr/>
    </dgm:pt>
    <dgm:pt modelId="{932C6009-E9F6-4005-959A-8C73FC65F394}" type="pres">
      <dgm:prSet presAssocID="{FC01564F-2F5F-4C87-AFB4-5DC69A69982A}" presName="thickLine" presStyleLbl="alignNode1" presStyleIdx="0" presStyleCnt="15"/>
      <dgm:spPr/>
    </dgm:pt>
    <dgm:pt modelId="{508447A0-B283-4565-99D6-4C8E2BFDE8D0}" type="pres">
      <dgm:prSet presAssocID="{FC01564F-2F5F-4C87-AFB4-5DC69A69982A}" presName="horz1" presStyleCnt="0"/>
      <dgm:spPr/>
    </dgm:pt>
    <dgm:pt modelId="{F6ECD3E8-BF9F-4FB0-A90E-6C61195CE0A5}" type="pres">
      <dgm:prSet presAssocID="{FC01564F-2F5F-4C87-AFB4-5DC69A69982A}" presName="tx1" presStyleLbl="revTx" presStyleIdx="0" presStyleCnt="15"/>
      <dgm:spPr/>
    </dgm:pt>
    <dgm:pt modelId="{D5795E08-9773-4119-B641-42D5A76F1F26}" type="pres">
      <dgm:prSet presAssocID="{FC01564F-2F5F-4C87-AFB4-5DC69A69982A}" presName="vert1" presStyleCnt="0"/>
      <dgm:spPr/>
    </dgm:pt>
    <dgm:pt modelId="{2D8B2A0C-7F3C-4551-A9EB-CA59ED9A3613}" type="pres">
      <dgm:prSet presAssocID="{8742D293-9F17-4357-A156-E0819DD6D930}" presName="thickLine" presStyleLbl="alignNode1" presStyleIdx="1" presStyleCnt="15"/>
      <dgm:spPr/>
    </dgm:pt>
    <dgm:pt modelId="{1B755ADF-E398-486E-964B-9C016D14FBF1}" type="pres">
      <dgm:prSet presAssocID="{8742D293-9F17-4357-A156-E0819DD6D930}" presName="horz1" presStyleCnt="0"/>
      <dgm:spPr/>
    </dgm:pt>
    <dgm:pt modelId="{F9A4B6B3-F0E9-4B3C-B54B-98BE319E65AA}" type="pres">
      <dgm:prSet presAssocID="{8742D293-9F17-4357-A156-E0819DD6D930}" presName="tx1" presStyleLbl="revTx" presStyleIdx="1" presStyleCnt="15"/>
      <dgm:spPr/>
    </dgm:pt>
    <dgm:pt modelId="{4948972C-C1AC-4E1C-BB9D-8E88A3B5BAAD}" type="pres">
      <dgm:prSet presAssocID="{8742D293-9F17-4357-A156-E0819DD6D930}" presName="vert1" presStyleCnt="0"/>
      <dgm:spPr/>
    </dgm:pt>
    <dgm:pt modelId="{EEF0FC57-EAD6-4E09-8A11-D50CFF97ED23}" type="pres">
      <dgm:prSet presAssocID="{0730E836-4B24-49DD-AF41-8B0CE15D2B63}" presName="thickLine" presStyleLbl="alignNode1" presStyleIdx="2" presStyleCnt="15"/>
      <dgm:spPr/>
    </dgm:pt>
    <dgm:pt modelId="{1A4351DE-7CBC-40E8-855C-ECF1B46D241F}" type="pres">
      <dgm:prSet presAssocID="{0730E836-4B24-49DD-AF41-8B0CE15D2B63}" presName="horz1" presStyleCnt="0"/>
      <dgm:spPr/>
    </dgm:pt>
    <dgm:pt modelId="{623DDA6C-C9FA-4232-AD16-A84C568E655A}" type="pres">
      <dgm:prSet presAssocID="{0730E836-4B24-49DD-AF41-8B0CE15D2B63}" presName="tx1" presStyleLbl="revTx" presStyleIdx="2" presStyleCnt="15"/>
      <dgm:spPr/>
    </dgm:pt>
    <dgm:pt modelId="{9149E9CB-A5FB-4877-AD85-DD2AE326FF36}" type="pres">
      <dgm:prSet presAssocID="{0730E836-4B24-49DD-AF41-8B0CE15D2B63}" presName="vert1" presStyleCnt="0"/>
      <dgm:spPr/>
    </dgm:pt>
    <dgm:pt modelId="{2BF9BF77-0DE1-4E9D-BEE9-049AF5C1A3B1}" type="pres">
      <dgm:prSet presAssocID="{A8E7836A-1245-4B60-9BEE-F060BE7DE17E}" presName="thickLine" presStyleLbl="alignNode1" presStyleIdx="3" presStyleCnt="15"/>
      <dgm:spPr/>
    </dgm:pt>
    <dgm:pt modelId="{C60DA8E6-DBB9-42DF-A91A-64431834459C}" type="pres">
      <dgm:prSet presAssocID="{A8E7836A-1245-4B60-9BEE-F060BE7DE17E}" presName="horz1" presStyleCnt="0"/>
      <dgm:spPr/>
    </dgm:pt>
    <dgm:pt modelId="{3D81D609-17E8-408B-A190-EA8381DA9F0B}" type="pres">
      <dgm:prSet presAssocID="{A8E7836A-1245-4B60-9BEE-F060BE7DE17E}" presName="tx1" presStyleLbl="revTx" presStyleIdx="3" presStyleCnt="15"/>
      <dgm:spPr/>
    </dgm:pt>
    <dgm:pt modelId="{45A840BC-A9AC-4A3C-B104-28CFDBAB98BE}" type="pres">
      <dgm:prSet presAssocID="{A8E7836A-1245-4B60-9BEE-F060BE7DE17E}" presName="vert1" presStyleCnt="0"/>
      <dgm:spPr/>
    </dgm:pt>
    <dgm:pt modelId="{34A677DF-4634-4DE8-8130-5F389F435AAB}" type="pres">
      <dgm:prSet presAssocID="{90C687C2-E7B7-4B34-8FFC-C296FD455EA7}" presName="thickLine" presStyleLbl="alignNode1" presStyleIdx="4" presStyleCnt="15"/>
      <dgm:spPr/>
    </dgm:pt>
    <dgm:pt modelId="{4FDFAB5F-9090-4704-99B6-86C702C344AB}" type="pres">
      <dgm:prSet presAssocID="{90C687C2-E7B7-4B34-8FFC-C296FD455EA7}" presName="horz1" presStyleCnt="0"/>
      <dgm:spPr/>
    </dgm:pt>
    <dgm:pt modelId="{9FE37C95-EC15-48AA-8D4A-17E02D1B4C48}" type="pres">
      <dgm:prSet presAssocID="{90C687C2-E7B7-4B34-8FFC-C296FD455EA7}" presName="tx1" presStyleLbl="revTx" presStyleIdx="4" presStyleCnt="15"/>
      <dgm:spPr/>
    </dgm:pt>
    <dgm:pt modelId="{C57690DD-D6F4-41E1-8CFA-31CCB17D18E1}" type="pres">
      <dgm:prSet presAssocID="{90C687C2-E7B7-4B34-8FFC-C296FD455EA7}" presName="vert1" presStyleCnt="0"/>
      <dgm:spPr/>
    </dgm:pt>
    <dgm:pt modelId="{67F1F5E6-8E43-4B46-98C8-3EC32B41E254}" type="pres">
      <dgm:prSet presAssocID="{47ACDB09-4161-4C40-B7D5-34DB8CF048DC}" presName="thickLine" presStyleLbl="alignNode1" presStyleIdx="5" presStyleCnt="15"/>
      <dgm:spPr/>
    </dgm:pt>
    <dgm:pt modelId="{1A765F81-504A-44E0-A07C-854C7AE20920}" type="pres">
      <dgm:prSet presAssocID="{47ACDB09-4161-4C40-B7D5-34DB8CF048DC}" presName="horz1" presStyleCnt="0"/>
      <dgm:spPr/>
    </dgm:pt>
    <dgm:pt modelId="{32DC9018-66EE-478A-A027-C86B0EA2C398}" type="pres">
      <dgm:prSet presAssocID="{47ACDB09-4161-4C40-B7D5-34DB8CF048DC}" presName="tx1" presStyleLbl="revTx" presStyleIdx="5" presStyleCnt="15"/>
      <dgm:spPr/>
    </dgm:pt>
    <dgm:pt modelId="{BC733193-D70E-46AF-8BEC-4CA24C3166F4}" type="pres">
      <dgm:prSet presAssocID="{47ACDB09-4161-4C40-B7D5-34DB8CF048DC}" presName="vert1" presStyleCnt="0"/>
      <dgm:spPr/>
    </dgm:pt>
    <dgm:pt modelId="{F2C38306-CBB7-4EDA-BD34-7956AB2413EA}" type="pres">
      <dgm:prSet presAssocID="{652F0821-A8CD-455F-ADA1-C982C1643535}" presName="thickLine" presStyleLbl="alignNode1" presStyleIdx="6" presStyleCnt="15"/>
      <dgm:spPr/>
    </dgm:pt>
    <dgm:pt modelId="{8A190ACE-455E-42C1-A61C-DCD1E56ED01B}" type="pres">
      <dgm:prSet presAssocID="{652F0821-A8CD-455F-ADA1-C982C1643535}" presName="horz1" presStyleCnt="0"/>
      <dgm:spPr/>
    </dgm:pt>
    <dgm:pt modelId="{2AD0E828-F65B-44FF-A521-C2691AD0AAC5}" type="pres">
      <dgm:prSet presAssocID="{652F0821-A8CD-455F-ADA1-C982C1643535}" presName="tx1" presStyleLbl="revTx" presStyleIdx="6" presStyleCnt="15"/>
      <dgm:spPr/>
    </dgm:pt>
    <dgm:pt modelId="{3074A3D1-F63B-4910-BD5E-F6884E27F35F}" type="pres">
      <dgm:prSet presAssocID="{652F0821-A8CD-455F-ADA1-C982C1643535}" presName="vert1" presStyleCnt="0"/>
      <dgm:spPr/>
    </dgm:pt>
    <dgm:pt modelId="{5FD87A3C-C3A8-4BA8-87BA-0E32D96A9F1C}" type="pres">
      <dgm:prSet presAssocID="{F0A9DFC2-F76B-4409-89BE-1E912289A77E}" presName="thickLine" presStyleLbl="alignNode1" presStyleIdx="7" presStyleCnt="15"/>
      <dgm:spPr/>
    </dgm:pt>
    <dgm:pt modelId="{E0F53FB5-7761-4948-833C-622003168E21}" type="pres">
      <dgm:prSet presAssocID="{F0A9DFC2-F76B-4409-89BE-1E912289A77E}" presName="horz1" presStyleCnt="0"/>
      <dgm:spPr/>
    </dgm:pt>
    <dgm:pt modelId="{0739B67E-9A41-48EC-A6A8-84BF9345197C}" type="pres">
      <dgm:prSet presAssocID="{F0A9DFC2-F76B-4409-89BE-1E912289A77E}" presName="tx1" presStyleLbl="revTx" presStyleIdx="7" presStyleCnt="15"/>
      <dgm:spPr/>
    </dgm:pt>
    <dgm:pt modelId="{91B7FF8F-02FC-41B1-8468-08E5413E6FC5}" type="pres">
      <dgm:prSet presAssocID="{F0A9DFC2-F76B-4409-89BE-1E912289A77E}" presName="vert1" presStyleCnt="0"/>
      <dgm:spPr/>
    </dgm:pt>
    <dgm:pt modelId="{CF69F894-41DA-4485-AA50-AFB17E602853}" type="pres">
      <dgm:prSet presAssocID="{F5FDC50E-AABA-42AC-80CC-81CD10560EF0}" presName="thickLine" presStyleLbl="alignNode1" presStyleIdx="8" presStyleCnt="15"/>
      <dgm:spPr/>
    </dgm:pt>
    <dgm:pt modelId="{130AE82A-1D73-4802-9B7D-3ACCDCC4776C}" type="pres">
      <dgm:prSet presAssocID="{F5FDC50E-AABA-42AC-80CC-81CD10560EF0}" presName="horz1" presStyleCnt="0"/>
      <dgm:spPr/>
    </dgm:pt>
    <dgm:pt modelId="{3A415FBC-2C5E-4887-8CD9-9DD90A564C66}" type="pres">
      <dgm:prSet presAssocID="{F5FDC50E-AABA-42AC-80CC-81CD10560EF0}" presName="tx1" presStyleLbl="revTx" presStyleIdx="8" presStyleCnt="15"/>
      <dgm:spPr/>
    </dgm:pt>
    <dgm:pt modelId="{96A924D5-F4FB-4C28-8726-B19581353BAA}" type="pres">
      <dgm:prSet presAssocID="{F5FDC50E-AABA-42AC-80CC-81CD10560EF0}" presName="vert1" presStyleCnt="0"/>
      <dgm:spPr/>
    </dgm:pt>
    <dgm:pt modelId="{262F1C52-8317-47CD-AA66-112132966DED}" type="pres">
      <dgm:prSet presAssocID="{479E2473-973A-4352-8D3D-9FD2218E49D1}" presName="thickLine" presStyleLbl="alignNode1" presStyleIdx="9" presStyleCnt="15"/>
      <dgm:spPr/>
    </dgm:pt>
    <dgm:pt modelId="{A7820907-AFAC-4637-AB43-5A22F2AEC870}" type="pres">
      <dgm:prSet presAssocID="{479E2473-973A-4352-8D3D-9FD2218E49D1}" presName="horz1" presStyleCnt="0"/>
      <dgm:spPr/>
    </dgm:pt>
    <dgm:pt modelId="{BEB7F65F-E86D-46CC-B9E8-3EA99A0626F4}" type="pres">
      <dgm:prSet presAssocID="{479E2473-973A-4352-8D3D-9FD2218E49D1}" presName="tx1" presStyleLbl="revTx" presStyleIdx="9" presStyleCnt="15"/>
      <dgm:spPr/>
    </dgm:pt>
    <dgm:pt modelId="{70B871C3-C904-4C1A-B0A3-E18B9D0B6BCE}" type="pres">
      <dgm:prSet presAssocID="{479E2473-973A-4352-8D3D-9FD2218E49D1}" presName="vert1" presStyleCnt="0"/>
      <dgm:spPr/>
    </dgm:pt>
    <dgm:pt modelId="{F748754F-DA1B-4C71-920C-7431EA90803E}" type="pres">
      <dgm:prSet presAssocID="{4CCB520D-904E-4D6E-A4C1-B4AFAE5B7E3B}" presName="thickLine" presStyleLbl="alignNode1" presStyleIdx="10" presStyleCnt="15"/>
      <dgm:spPr/>
    </dgm:pt>
    <dgm:pt modelId="{44DA860C-254F-4520-9916-A4921E2B1B15}" type="pres">
      <dgm:prSet presAssocID="{4CCB520D-904E-4D6E-A4C1-B4AFAE5B7E3B}" presName="horz1" presStyleCnt="0"/>
      <dgm:spPr/>
    </dgm:pt>
    <dgm:pt modelId="{0A7E1E7D-BDDD-4404-9199-D443C38B567B}" type="pres">
      <dgm:prSet presAssocID="{4CCB520D-904E-4D6E-A4C1-B4AFAE5B7E3B}" presName="tx1" presStyleLbl="revTx" presStyleIdx="10" presStyleCnt="15"/>
      <dgm:spPr/>
    </dgm:pt>
    <dgm:pt modelId="{4DC3F227-ADDD-4266-A5A7-FCAB5E99AD2E}" type="pres">
      <dgm:prSet presAssocID="{4CCB520D-904E-4D6E-A4C1-B4AFAE5B7E3B}" presName="vert1" presStyleCnt="0"/>
      <dgm:spPr/>
    </dgm:pt>
    <dgm:pt modelId="{AF4E42B0-ADDB-4C20-9732-57838A34E7DC}" type="pres">
      <dgm:prSet presAssocID="{6533602E-415A-4F35-A872-39E69658F23F}" presName="thickLine" presStyleLbl="alignNode1" presStyleIdx="11" presStyleCnt="15"/>
      <dgm:spPr/>
    </dgm:pt>
    <dgm:pt modelId="{894203EA-3310-4310-820A-D8F94CBC953E}" type="pres">
      <dgm:prSet presAssocID="{6533602E-415A-4F35-A872-39E69658F23F}" presName="horz1" presStyleCnt="0"/>
      <dgm:spPr/>
    </dgm:pt>
    <dgm:pt modelId="{C13410D6-D6D2-4B55-B343-6F1C88A3A2E3}" type="pres">
      <dgm:prSet presAssocID="{6533602E-415A-4F35-A872-39E69658F23F}" presName="tx1" presStyleLbl="revTx" presStyleIdx="11" presStyleCnt="15"/>
      <dgm:spPr/>
    </dgm:pt>
    <dgm:pt modelId="{92B9B3FB-DDD7-4CB4-8B45-7D51B1746E7B}" type="pres">
      <dgm:prSet presAssocID="{6533602E-415A-4F35-A872-39E69658F23F}" presName="vert1" presStyleCnt="0"/>
      <dgm:spPr/>
    </dgm:pt>
    <dgm:pt modelId="{5547BB46-9668-4712-9492-E6387131A5A3}" type="pres">
      <dgm:prSet presAssocID="{57BA25B1-EEEE-49B5-8391-B998116F42DF}" presName="thickLine" presStyleLbl="alignNode1" presStyleIdx="12" presStyleCnt="15"/>
      <dgm:spPr/>
    </dgm:pt>
    <dgm:pt modelId="{75C3F8B3-34A4-490F-B2C7-D56D83A1367C}" type="pres">
      <dgm:prSet presAssocID="{57BA25B1-EEEE-49B5-8391-B998116F42DF}" presName="horz1" presStyleCnt="0"/>
      <dgm:spPr/>
    </dgm:pt>
    <dgm:pt modelId="{60B1DF64-C562-4E4E-BB51-BC4827292B7F}" type="pres">
      <dgm:prSet presAssocID="{57BA25B1-EEEE-49B5-8391-B998116F42DF}" presName="tx1" presStyleLbl="revTx" presStyleIdx="12" presStyleCnt="15"/>
      <dgm:spPr/>
    </dgm:pt>
    <dgm:pt modelId="{0D878033-E6D1-470D-A528-ED3C663638B5}" type="pres">
      <dgm:prSet presAssocID="{57BA25B1-EEEE-49B5-8391-B998116F42DF}" presName="vert1" presStyleCnt="0"/>
      <dgm:spPr/>
    </dgm:pt>
    <dgm:pt modelId="{480458F5-D1E6-479A-AEA8-F06451290F5C}" type="pres">
      <dgm:prSet presAssocID="{E7747267-2253-4893-ACA5-7CE3E3F2AF51}" presName="thickLine" presStyleLbl="alignNode1" presStyleIdx="13" presStyleCnt="15"/>
      <dgm:spPr/>
    </dgm:pt>
    <dgm:pt modelId="{7414C6D3-3088-44CA-9620-222BF349BF42}" type="pres">
      <dgm:prSet presAssocID="{E7747267-2253-4893-ACA5-7CE3E3F2AF51}" presName="horz1" presStyleCnt="0"/>
      <dgm:spPr/>
    </dgm:pt>
    <dgm:pt modelId="{0300DC96-C7B5-4A9F-8AD4-F332607F9875}" type="pres">
      <dgm:prSet presAssocID="{E7747267-2253-4893-ACA5-7CE3E3F2AF51}" presName="tx1" presStyleLbl="revTx" presStyleIdx="13" presStyleCnt="15"/>
      <dgm:spPr/>
    </dgm:pt>
    <dgm:pt modelId="{A3DE19D0-BE3C-4465-9177-BDC2CBE9EFC5}" type="pres">
      <dgm:prSet presAssocID="{E7747267-2253-4893-ACA5-7CE3E3F2AF51}" presName="vert1" presStyleCnt="0"/>
      <dgm:spPr/>
    </dgm:pt>
    <dgm:pt modelId="{E901A6C7-8B59-42A8-B739-B4CB4926F1A5}" type="pres">
      <dgm:prSet presAssocID="{19874B29-07A8-4DAD-9A30-BF1DB5AFA5AF}" presName="thickLine" presStyleLbl="alignNode1" presStyleIdx="14" presStyleCnt="15"/>
      <dgm:spPr/>
    </dgm:pt>
    <dgm:pt modelId="{99E3085D-8738-4A51-92E3-0534C191D17C}" type="pres">
      <dgm:prSet presAssocID="{19874B29-07A8-4DAD-9A30-BF1DB5AFA5AF}" presName="horz1" presStyleCnt="0"/>
      <dgm:spPr/>
    </dgm:pt>
    <dgm:pt modelId="{22581949-09CA-48CA-ACE0-3287EE4AD39A}" type="pres">
      <dgm:prSet presAssocID="{19874B29-07A8-4DAD-9A30-BF1DB5AFA5AF}" presName="tx1" presStyleLbl="revTx" presStyleIdx="14" presStyleCnt="15"/>
      <dgm:spPr/>
    </dgm:pt>
    <dgm:pt modelId="{CA90AF45-42E9-4384-ACFB-1AC8ACA620C5}" type="pres">
      <dgm:prSet presAssocID="{19874B29-07A8-4DAD-9A30-BF1DB5AFA5AF}" presName="vert1" presStyleCnt="0"/>
      <dgm:spPr/>
    </dgm:pt>
  </dgm:ptLst>
  <dgm:cxnLst>
    <dgm:cxn modelId="{0D72E602-1291-496A-92DA-E0950B7F41F3}" type="presOf" srcId="{A8E7836A-1245-4B60-9BEE-F060BE7DE17E}" destId="{3D81D609-17E8-408B-A190-EA8381DA9F0B}" srcOrd="0" destOrd="0" presId="urn:microsoft.com/office/officeart/2008/layout/LinedList"/>
    <dgm:cxn modelId="{1FD2B303-73C6-478E-8393-E39F65FC8DBD}" type="presOf" srcId="{FC01564F-2F5F-4C87-AFB4-5DC69A69982A}" destId="{F6ECD3E8-BF9F-4FB0-A90E-6C61195CE0A5}" srcOrd="0" destOrd="0" presId="urn:microsoft.com/office/officeart/2008/layout/LinedList"/>
    <dgm:cxn modelId="{25725C07-AB02-4FA3-9E1D-A4BCF4491D66}" srcId="{F58690CC-9E41-4AFA-8C7D-10E9DB4DB061}" destId="{0730E836-4B24-49DD-AF41-8B0CE15D2B63}" srcOrd="2" destOrd="0" parTransId="{A18802CD-149F-455C-8212-A5E2004A5FD0}" sibTransId="{B7F65B86-F4AE-4626-9D4C-7A1FC3F12E06}"/>
    <dgm:cxn modelId="{040A5909-EF6A-4FE0-A252-C18FCD79A219}" srcId="{F58690CC-9E41-4AFA-8C7D-10E9DB4DB061}" destId="{90C687C2-E7B7-4B34-8FFC-C296FD455EA7}" srcOrd="4" destOrd="0" parTransId="{A8DFE0F7-A1D8-454B-A3B1-05EA5EFF0B61}" sibTransId="{D524FBF9-A220-4DB0-B255-AC03EA05CF09}"/>
    <dgm:cxn modelId="{3FC09F09-519C-46FE-A049-07C0AE4227C1}" srcId="{F58690CC-9E41-4AFA-8C7D-10E9DB4DB061}" destId="{E7747267-2253-4893-ACA5-7CE3E3F2AF51}" srcOrd="13" destOrd="0" parTransId="{C7C07A78-6280-4189-BEB2-EF293297DD72}" sibTransId="{AF5EDC50-326F-4FCF-B277-0EAF537DCFCB}"/>
    <dgm:cxn modelId="{B1B7211A-6965-47AC-B766-E397E7CE5F0E}" srcId="{F58690CC-9E41-4AFA-8C7D-10E9DB4DB061}" destId="{F0A9DFC2-F76B-4409-89BE-1E912289A77E}" srcOrd="7" destOrd="0" parTransId="{1BB9FC93-2C2A-4666-8103-7BA4C390C93C}" sibTransId="{3D3D66DF-F4AB-47A2-8FE7-AADBC378AF3C}"/>
    <dgm:cxn modelId="{61BDB32D-C145-4F4E-9459-A35B6DAC5B75}" srcId="{F58690CC-9E41-4AFA-8C7D-10E9DB4DB061}" destId="{4CCB520D-904E-4D6E-A4C1-B4AFAE5B7E3B}" srcOrd="10" destOrd="0" parTransId="{8FAD9DA0-74AB-4A35-AF9E-3DF3D6B81B30}" sibTransId="{9D5F7948-71E8-4222-A6BA-711F60F8165D}"/>
    <dgm:cxn modelId="{FF2D4A2E-95A1-4E0C-949A-55A59A4ED5AF}" srcId="{F58690CC-9E41-4AFA-8C7D-10E9DB4DB061}" destId="{8742D293-9F17-4357-A156-E0819DD6D930}" srcOrd="1" destOrd="0" parTransId="{CD05CBA5-9913-4A52-912E-358E1334905F}" sibTransId="{CA6A35E5-C7FA-4A70-B3ED-ABC6B3ADE62F}"/>
    <dgm:cxn modelId="{E5C3B92E-2420-4A26-930A-489E82811AE1}" srcId="{F58690CC-9E41-4AFA-8C7D-10E9DB4DB061}" destId="{652F0821-A8CD-455F-ADA1-C982C1643535}" srcOrd="6" destOrd="0" parTransId="{425B3192-9912-4DC4-A54F-D6CD15B72404}" sibTransId="{08446906-169C-4CA2-ACF0-262B5E3BF8D5}"/>
    <dgm:cxn modelId="{1600F83B-91FA-4AF8-9166-69F97CAA1FBB}" type="presOf" srcId="{4CCB520D-904E-4D6E-A4C1-B4AFAE5B7E3B}" destId="{0A7E1E7D-BDDD-4404-9199-D443C38B567B}" srcOrd="0" destOrd="0" presId="urn:microsoft.com/office/officeart/2008/layout/LinedList"/>
    <dgm:cxn modelId="{AAB30E3C-CBC7-4BC3-BF00-4BE6111AD6DF}" type="presOf" srcId="{479E2473-973A-4352-8D3D-9FD2218E49D1}" destId="{BEB7F65F-E86D-46CC-B9E8-3EA99A0626F4}" srcOrd="0" destOrd="0" presId="urn:microsoft.com/office/officeart/2008/layout/LinedList"/>
    <dgm:cxn modelId="{7537C55D-8993-4DAD-AE37-BFB38AE1B549}" srcId="{F58690CC-9E41-4AFA-8C7D-10E9DB4DB061}" destId="{47ACDB09-4161-4C40-B7D5-34DB8CF048DC}" srcOrd="5" destOrd="0" parTransId="{32F84901-FFED-418B-A736-8AA4D705E1AE}" sibTransId="{A821F0FB-A68B-4426-972F-4E604D9CDE85}"/>
    <dgm:cxn modelId="{70F90761-0DFF-440A-AF6F-89116A09AFC0}" type="presOf" srcId="{19874B29-07A8-4DAD-9A30-BF1DB5AFA5AF}" destId="{22581949-09CA-48CA-ACE0-3287EE4AD39A}" srcOrd="0" destOrd="0" presId="urn:microsoft.com/office/officeart/2008/layout/LinedList"/>
    <dgm:cxn modelId="{883C7245-BA85-4CDD-BE5E-C4705EC4AAFF}" type="presOf" srcId="{57BA25B1-EEEE-49B5-8391-B998116F42DF}" destId="{60B1DF64-C562-4E4E-BB51-BC4827292B7F}" srcOrd="0" destOrd="0" presId="urn:microsoft.com/office/officeart/2008/layout/LinedList"/>
    <dgm:cxn modelId="{D529F54D-DF21-4CC2-8D2C-0E1AD29BE0E9}" type="presOf" srcId="{F0A9DFC2-F76B-4409-89BE-1E912289A77E}" destId="{0739B67E-9A41-48EC-A6A8-84BF9345197C}" srcOrd="0" destOrd="0" presId="urn:microsoft.com/office/officeart/2008/layout/LinedList"/>
    <dgm:cxn modelId="{9D18564F-8A5E-41B3-A84F-BCEB7E3D69E5}" srcId="{F58690CC-9E41-4AFA-8C7D-10E9DB4DB061}" destId="{A8E7836A-1245-4B60-9BEE-F060BE7DE17E}" srcOrd="3" destOrd="0" parTransId="{7B1288C7-D490-404E-81AD-15950358E29A}" sibTransId="{2764E282-6B88-4417-A6B7-BB7BDE960BAE}"/>
    <dgm:cxn modelId="{780CBC6F-5665-4875-91D7-E05B07527E32}" type="presOf" srcId="{8742D293-9F17-4357-A156-E0819DD6D930}" destId="{F9A4B6B3-F0E9-4B3C-B54B-98BE319E65AA}" srcOrd="0" destOrd="0" presId="urn:microsoft.com/office/officeart/2008/layout/LinedList"/>
    <dgm:cxn modelId="{52D71953-CA84-4C00-9443-FED41581D5AD}" srcId="{F58690CC-9E41-4AFA-8C7D-10E9DB4DB061}" destId="{F5FDC50E-AABA-42AC-80CC-81CD10560EF0}" srcOrd="8" destOrd="0" parTransId="{F47CBBD6-8D1A-4593-B9FC-1D21D2AE4D9A}" sibTransId="{3E2589C5-779D-49CD-91A3-151CC625388D}"/>
    <dgm:cxn modelId="{30D11D76-62E3-44AE-B102-A3020A3C6B44}" srcId="{F58690CC-9E41-4AFA-8C7D-10E9DB4DB061}" destId="{6533602E-415A-4F35-A872-39E69658F23F}" srcOrd="11" destOrd="0" parTransId="{4EDCFFDE-2741-433E-8166-7B578CB9930A}" sibTransId="{1BFA1474-E2A3-417F-BBCE-FD1968CEB20B}"/>
    <dgm:cxn modelId="{78750859-CE55-4C91-8149-853396534E13}" type="presOf" srcId="{6533602E-415A-4F35-A872-39E69658F23F}" destId="{C13410D6-D6D2-4B55-B343-6F1C88A3A2E3}" srcOrd="0" destOrd="0" presId="urn:microsoft.com/office/officeart/2008/layout/LinedList"/>
    <dgm:cxn modelId="{219AE183-6E21-4F12-A017-B68FADF04376}" type="presOf" srcId="{90C687C2-E7B7-4B34-8FFC-C296FD455EA7}" destId="{9FE37C95-EC15-48AA-8D4A-17E02D1B4C48}" srcOrd="0" destOrd="0" presId="urn:microsoft.com/office/officeart/2008/layout/LinedList"/>
    <dgm:cxn modelId="{CD261886-0B1F-4A62-8852-7219C53E2F17}" type="presOf" srcId="{E7747267-2253-4893-ACA5-7CE3E3F2AF51}" destId="{0300DC96-C7B5-4A9F-8AD4-F332607F9875}" srcOrd="0" destOrd="0" presId="urn:microsoft.com/office/officeart/2008/layout/LinedList"/>
    <dgm:cxn modelId="{1AF55B86-EB19-4D86-827A-7923AB78D38B}" srcId="{F58690CC-9E41-4AFA-8C7D-10E9DB4DB061}" destId="{FC01564F-2F5F-4C87-AFB4-5DC69A69982A}" srcOrd="0" destOrd="0" parTransId="{4C51AB70-B209-474F-8508-DABC131B5C4C}" sibTransId="{23707F35-355C-4219-BDE8-FAB9AD9184E2}"/>
    <dgm:cxn modelId="{4E3CAE88-0585-4D01-AC8E-481C84F3C1DD}" srcId="{F58690CC-9E41-4AFA-8C7D-10E9DB4DB061}" destId="{57BA25B1-EEEE-49B5-8391-B998116F42DF}" srcOrd="12" destOrd="0" parTransId="{F5132CA8-1A21-4E54-A601-251237B94E5A}" sibTransId="{B6C676E2-2AEF-4464-BCAE-B16083C91B54}"/>
    <dgm:cxn modelId="{2F2355A5-456E-4D32-9334-1D75CDE25256}" type="presOf" srcId="{652F0821-A8CD-455F-ADA1-C982C1643535}" destId="{2AD0E828-F65B-44FF-A521-C2691AD0AAC5}" srcOrd="0" destOrd="0" presId="urn:microsoft.com/office/officeart/2008/layout/LinedList"/>
    <dgm:cxn modelId="{0AAEF7C5-2AF7-4D90-BD96-BC671B640A8E}" type="presOf" srcId="{F58690CC-9E41-4AFA-8C7D-10E9DB4DB061}" destId="{8814AB5D-D185-4944-9002-64D55333A322}" srcOrd="0" destOrd="0" presId="urn:microsoft.com/office/officeart/2008/layout/LinedList"/>
    <dgm:cxn modelId="{F5DE29E7-1D66-44BB-B301-63708FEE06AA}" srcId="{F58690CC-9E41-4AFA-8C7D-10E9DB4DB061}" destId="{479E2473-973A-4352-8D3D-9FD2218E49D1}" srcOrd="9" destOrd="0" parTransId="{D195C5C5-1029-43FC-AA7D-CB3106CE22E9}" sibTransId="{D335B067-0780-4E75-840E-4A13BD5B6D78}"/>
    <dgm:cxn modelId="{14B4A8EB-32FC-4E3C-ABD9-F73F9CC36212}" type="presOf" srcId="{F5FDC50E-AABA-42AC-80CC-81CD10560EF0}" destId="{3A415FBC-2C5E-4887-8CD9-9DD90A564C66}" srcOrd="0" destOrd="0" presId="urn:microsoft.com/office/officeart/2008/layout/LinedList"/>
    <dgm:cxn modelId="{B8AA94EC-AB39-4FCB-B854-16998F476728}" type="presOf" srcId="{47ACDB09-4161-4C40-B7D5-34DB8CF048DC}" destId="{32DC9018-66EE-478A-A027-C86B0EA2C398}" srcOrd="0" destOrd="0" presId="urn:microsoft.com/office/officeart/2008/layout/LinedList"/>
    <dgm:cxn modelId="{776EDCF3-F679-451C-ACEB-0B4C14147ED8}" srcId="{F58690CC-9E41-4AFA-8C7D-10E9DB4DB061}" destId="{19874B29-07A8-4DAD-9A30-BF1DB5AFA5AF}" srcOrd="14" destOrd="0" parTransId="{DD707039-E94B-46E2-AFF1-1409EB92C361}" sibTransId="{FBBD0583-280B-41BE-AA40-B4FBF4A6343C}"/>
    <dgm:cxn modelId="{DCA16FF9-564C-46E6-8318-C74435EE3286}" type="presOf" srcId="{0730E836-4B24-49DD-AF41-8B0CE15D2B63}" destId="{623DDA6C-C9FA-4232-AD16-A84C568E655A}" srcOrd="0" destOrd="0" presId="urn:microsoft.com/office/officeart/2008/layout/LinedList"/>
    <dgm:cxn modelId="{E4E7E670-39C3-41EA-9AE9-2B15706B3614}" type="presParOf" srcId="{8814AB5D-D185-4944-9002-64D55333A322}" destId="{932C6009-E9F6-4005-959A-8C73FC65F394}" srcOrd="0" destOrd="0" presId="urn:microsoft.com/office/officeart/2008/layout/LinedList"/>
    <dgm:cxn modelId="{888B2C9C-A93C-4B2F-9B6B-E4E9222ADB57}" type="presParOf" srcId="{8814AB5D-D185-4944-9002-64D55333A322}" destId="{508447A0-B283-4565-99D6-4C8E2BFDE8D0}" srcOrd="1" destOrd="0" presId="urn:microsoft.com/office/officeart/2008/layout/LinedList"/>
    <dgm:cxn modelId="{44EBFA5D-0350-4AE9-843E-9D2774079154}" type="presParOf" srcId="{508447A0-B283-4565-99D6-4C8E2BFDE8D0}" destId="{F6ECD3E8-BF9F-4FB0-A90E-6C61195CE0A5}" srcOrd="0" destOrd="0" presId="urn:microsoft.com/office/officeart/2008/layout/LinedList"/>
    <dgm:cxn modelId="{68C22CAB-9644-45C4-8538-A2CA451FBE36}" type="presParOf" srcId="{508447A0-B283-4565-99D6-4C8E2BFDE8D0}" destId="{D5795E08-9773-4119-B641-42D5A76F1F26}" srcOrd="1" destOrd="0" presId="urn:microsoft.com/office/officeart/2008/layout/LinedList"/>
    <dgm:cxn modelId="{B3390FCB-06C8-4DC4-AD41-042C830D4E9A}" type="presParOf" srcId="{8814AB5D-D185-4944-9002-64D55333A322}" destId="{2D8B2A0C-7F3C-4551-A9EB-CA59ED9A3613}" srcOrd="2" destOrd="0" presId="urn:microsoft.com/office/officeart/2008/layout/LinedList"/>
    <dgm:cxn modelId="{B5BF23E3-4665-4A47-96C5-7A3B9C437273}" type="presParOf" srcId="{8814AB5D-D185-4944-9002-64D55333A322}" destId="{1B755ADF-E398-486E-964B-9C016D14FBF1}" srcOrd="3" destOrd="0" presId="urn:microsoft.com/office/officeart/2008/layout/LinedList"/>
    <dgm:cxn modelId="{E1174B3E-8178-4074-9276-D1F94790FB0E}" type="presParOf" srcId="{1B755ADF-E398-486E-964B-9C016D14FBF1}" destId="{F9A4B6B3-F0E9-4B3C-B54B-98BE319E65AA}" srcOrd="0" destOrd="0" presId="urn:microsoft.com/office/officeart/2008/layout/LinedList"/>
    <dgm:cxn modelId="{1B3E778A-DFFC-4633-9D30-F9BAC970ECB5}" type="presParOf" srcId="{1B755ADF-E398-486E-964B-9C016D14FBF1}" destId="{4948972C-C1AC-4E1C-BB9D-8E88A3B5BAAD}" srcOrd="1" destOrd="0" presId="urn:microsoft.com/office/officeart/2008/layout/LinedList"/>
    <dgm:cxn modelId="{C9E567A9-1F05-4E37-9AD2-7F0981789E0E}" type="presParOf" srcId="{8814AB5D-D185-4944-9002-64D55333A322}" destId="{EEF0FC57-EAD6-4E09-8A11-D50CFF97ED23}" srcOrd="4" destOrd="0" presId="urn:microsoft.com/office/officeart/2008/layout/LinedList"/>
    <dgm:cxn modelId="{887EFE20-8FBB-47E1-B539-9347611FCF8E}" type="presParOf" srcId="{8814AB5D-D185-4944-9002-64D55333A322}" destId="{1A4351DE-7CBC-40E8-855C-ECF1B46D241F}" srcOrd="5" destOrd="0" presId="urn:microsoft.com/office/officeart/2008/layout/LinedList"/>
    <dgm:cxn modelId="{11598203-AA76-481C-95FF-40443557209A}" type="presParOf" srcId="{1A4351DE-7CBC-40E8-855C-ECF1B46D241F}" destId="{623DDA6C-C9FA-4232-AD16-A84C568E655A}" srcOrd="0" destOrd="0" presId="urn:microsoft.com/office/officeart/2008/layout/LinedList"/>
    <dgm:cxn modelId="{6E7A39F5-64DA-4942-B14A-168A2B0BC029}" type="presParOf" srcId="{1A4351DE-7CBC-40E8-855C-ECF1B46D241F}" destId="{9149E9CB-A5FB-4877-AD85-DD2AE326FF36}" srcOrd="1" destOrd="0" presId="urn:microsoft.com/office/officeart/2008/layout/LinedList"/>
    <dgm:cxn modelId="{477078DF-DF0C-419D-9242-A3088FABB9DC}" type="presParOf" srcId="{8814AB5D-D185-4944-9002-64D55333A322}" destId="{2BF9BF77-0DE1-4E9D-BEE9-049AF5C1A3B1}" srcOrd="6" destOrd="0" presId="urn:microsoft.com/office/officeart/2008/layout/LinedList"/>
    <dgm:cxn modelId="{0349A18B-D54A-4119-AE40-1EF6BBA8C7B1}" type="presParOf" srcId="{8814AB5D-D185-4944-9002-64D55333A322}" destId="{C60DA8E6-DBB9-42DF-A91A-64431834459C}" srcOrd="7" destOrd="0" presId="urn:microsoft.com/office/officeart/2008/layout/LinedList"/>
    <dgm:cxn modelId="{150C1DCC-12F0-42BB-8E88-34AF168CE18A}" type="presParOf" srcId="{C60DA8E6-DBB9-42DF-A91A-64431834459C}" destId="{3D81D609-17E8-408B-A190-EA8381DA9F0B}" srcOrd="0" destOrd="0" presId="urn:microsoft.com/office/officeart/2008/layout/LinedList"/>
    <dgm:cxn modelId="{C16D7E89-A6F4-435C-B9EB-F2E546C61EBB}" type="presParOf" srcId="{C60DA8E6-DBB9-42DF-A91A-64431834459C}" destId="{45A840BC-A9AC-4A3C-B104-28CFDBAB98BE}" srcOrd="1" destOrd="0" presId="urn:microsoft.com/office/officeart/2008/layout/LinedList"/>
    <dgm:cxn modelId="{7433C14E-61C5-4DED-9294-2347C4EF9723}" type="presParOf" srcId="{8814AB5D-D185-4944-9002-64D55333A322}" destId="{34A677DF-4634-4DE8-8130-5F389F435AAB}" srcOrd="8" destOrd="0" presId="urn:microsoft.com/office/officeart/2008/layout/LinedList"/>
    <dgm:cxn modelId="{D0DF1D81-6483-4669-8AD7-638BF12DFBDA}" type="presParOf" srcId="{8814AB5D-D185-4944-9002-64D55333A322}" destId="{4FDFAB5F-9090-4704-99B6-86C702C344AB}" srcOrd="9" destOrd="0" presId="urn:microsoft.com/office/officeart/2008/layout/LinedList"/>
    <dgm:cxn modelId="{8BAA3031-75DA-4276-9E43-9179BD2A9B73}" type="presParOf" srcId="{4FDFAB5F-9090-4704-99B6-86C702C344AB}" destId="{9FE37C95-EC15-48AA-8D4A-17E02D1B4C48}" srcOrd="0" destOrd="0" presId="urn:microsoft.com/office/officeart/2008/layout/LinedList"/>
    <dgm:cxn modelId="{1F781EC4-67F1-4CBA-9D19-2B1625BDA23F}" type="presParOf" srcId="{4FDFAB5F-9090-4704-99B6-86C702C344AB}" destId="{C57690DD-D6F4-41E1-8CFA-31CCB17D18E1}" srcOrd="1" destOrd="0" presId="urn:microsoft.com/office/officeart/2008/layout/LinedList"/>
    <dgm:cxn modelId="{1F7F37B3-EA67-4C9C-93C7-6FC6521F79C6}" type="presParOf" srcId="{8814AB5D-D185-4944-9002-64D55333A322}" destId="{67F1F5E6-8E43-4B46-98C8-3EC32B41E254}" srcOrd="10" destOrd="0" presId="urn:microsoft.com/office/officeart/2008/layout/LinedList"/>
    <dgm:cxn modelId="{1A7D15D5-8572-491F-92A7-42574463ECE2}" type="presParOf" srcId="{8814AB5D-D185-4944-9002-64D55333A322}" destId="{1A765F81-504A-44E0-A07C-854C7AE20920}" srcOrd="11" destOrd="0" presId="urn:microsoft.com/office/officeart/2008/layout/LinedList"/>
    <dgm:cxn modelId="{9F9006EF-E33A-4E87-9745-FE38E62AF4A1}" type="presParOf" srcId="{1A765F81-504A-44E0-A07C-854C7AE20920}" destId="{32DC9018-66EE-478A-A027-C86B0EA2C398}" srcOrd="0" destOrd="0" presId="urn:microsoft.com/office/officeart/2008/layout/LinedList"/>
    <dgm:cxn modelId="{E0DF473A-AEB7-49CA-B310-9EC281E981A5}" type="presParOf" srcId="{1A765F81-504A-44E0-A07C-854C7AE20920}" destId="{BC733193-D70E-46AF-8BEC-4CA24C3166F4}" srcOrd="1" destOrd="0" presId="urn:microsoft.com/office/officeart/2008/layout/LinedList"/>
    <dgm:cxn modelId="{E6AF7612-1D0F-489A-BF6B-612FE94A9C84}" type="presParOf" srcId="{8814AB5D-D185-4944-9002-64D55333A322}" destId="{F2C38306-CBB7-4EDA-BD34-7956AB2413EA}" srcOrd="12" destOrd="0" presId="urn:microsoft.com/office/officeart/2008/layout/LinedList"/>
    <dgm:cxn modelId="{3417A341-8B92-4AA9-81CD-E4130188C1F8}" type="presParOf" srcId="{8814AB5D-D185-4944-9002-64D55333A322}" destId="{8A190ACE-455E-42C1-A61C-DCD1E56ED01B}" srcOrd="13" destOrd="0" presId="urn:microsoft.com/office/officeart/2008/layout/LinedList"/>
    <dgm:cxn modelId="{DEA9BEE2-3BA9-4208-9A00-6FF5C8A904CA}" type="presParOf" srcId="{8A190ACE-455E-42C1-A61C-DCD1E56ED01B}" destId="{2AD0E828-F65B-44FF-A521-C2691AD0AAC5}" srcOrd="0" destOrd="0" presId="urn:microsoft.com/office/officeart/2008/layout/LinedList"/>
    <dgm:cxn modelId="{84AABC16-4A10-4125-ABFE-B2B333AAE0B3}" type="presParOf" srcId="{8A190ACE-455E-42C1-A61C-DCD1E56ED01B}" destId="{3074A3D1-F63B-4910-BD5E-F6884E27F35F}" srcOrd="1" destOrd="0" presId="urn:microsoft.com/office/officeart/2008/layout/LinedList"/>
    <dgm:cxn modelId="{219937CF-4C9C-42F7-9D1A-2E018D6D2BEE}" type="presParOf" srcId="{8814AB5D-D185-4944-9002-64D55333A322}" destId="{5FD87A3C-C3A8-4BA8-87BA-0E32D96A9F1C}" srcOrd="14" destOrd="0" presId="urn:microsoft.com/office/officeart/2008/layout/LinedList"/>
    <dgm:cxn modelId="{84874954-D24E-4A70-B688-DFBE306A26BC}" type="presParOf" srcId="{8814AB5D-D185-4944-9002-64D55333A322}" destId="{E0F53FB5-7761-4948-833C-622003168E21}" srcOrd="15" destOrd="0" presId="urn:microsoft.com/office/officeart/2008/layout/LinedList"/>
    <dgm:cxn modelId="{CF1D4322-2854-4388-BC18-C8C4C601F43B}" type="presParOf" srcId="{E0F53FB5-7761-4948-833C-622003168E21}" destId="{0739B67E-9A41-48EC-A6A8-84BF9345197C}" srcOrd="0" destOrd="0" presId="urn:microsoft.com/office/officeart/2008/layout/LinedList"/>
    <dgm:cxn modelId="{0D78F868-4974-42AE-898E-B808B6B0DFB6}" type="presParOf" srcId="{E0F53FB5-7761-4948-833C-622003168E21}" destId="{91B7FF8F-02FC-41B1-8468-08E5413E6FC5}" srcOrd="1" destOrd="0" presId="urn:microsoft.com/office/officeart/2008/layout/LinedList"/>
    <dgm:cxn modelId="{EFF7D301-5623-435B-9995-9BF41DF8A248}" type="presParOf" srcId="{8814AB5D-D185-4944-9002-64D55333A322}" destId="{CF69F894-41DA-4485-AA50-AFB17E602853}" srcOrd="16" destOrd="0" presId="urn:microsoft.com/office/officeart/2008/layout/LinedList"/>
    <dgm:cxn modelId="{17E9B985-6C7F-4A0D-A52E-1BD8C7BF0277}" type="presParOf" srcId="{8814AB5D-D185-4944-9002-64D55333A322}" destId="{130AE82A-1D73-4802-9B7D-3ACCDCC4776C}" srcOrd="17" destOrd="0" presId="urn:microsoft.com/office/officeart/2008/layout/LinedList"/>
    <dgm:cxn modelId="{D0FB029C-08F4-49DD-BA4A-D7A4823B1A39}" type="presParOf" srcId="{130AE82A-1D73-4802-9B7D-3ACCDCC4776C}" destId="{3A415FBC-2C5E-4887-8CD9-9DD90A564C66}" srcOrd="0" destOrd="0" presId="urn:microsoft.com/office/officeart/2008/layout/LinedList"/>
    <dgm:cxn modelId="{9602856E-ABEE-4544-9FD7-B148E0B0DF56}" type="presParOf" srcId="{130AE82A-1D73-4802-9B7D-3ACCDCC4776C}" destId="{96A924D5-F4FB-4C28-8726-B19581353BAA}" srcOrd="1" destOrd="0" presId="urn:microsoft.com/office/officeart/2008/layout/LinedList"/>
    <dgm:cxn modelId="{BD925D47-48E4-4AC5-BBC1-408B90501595}" type="presParOf" srcId="{8814AB5D-D185-4944-9002-64D55333A322}" destId="{262F1C52-8317-47CD-AA66-112132966DED}" srcOrd="18" destOrd="0" presId="urn:microsoft.com/office/officeart/2008/layout/LinedList"/>
    <dgm:cxn modelId="{37646FF8-AF47-4809-A71E-B9294224BAAA}" type="presParOf" srcId="{8814AB5D-D185-4944-9002-64D55333A322}" destId="{A7820907-AFAC-4637-AB43-5A22F2AEC870}" srcOrd="19" destOrd="0" presId="urn:microsoft.com/office/officeart/2008/layout/LinedList"/>
    <dgm:cxn modelId="{1CA17352-EB61-4CBB-AA7A-D3C7D43D9F95}" type="presParOf" srcId="{A7820907-AFAC-4637-AB43-5A22F2AEC870}" destId="{BEB7F65F-E86D-46CC-B9E8-3EA99A0626F4}" srcOrd="0" destOrd="0" presId="urn:microsoft.com/office/officeart/2008/layout/LinedList"/>
    <dgm:cxn modelId="{25C45E33-FB9F-4D0B-82D9-201F22F73152}" type="presParOf" srcId="{A7820907-AFAC-4637-AB43-5A22F2AEC870}" destId="{70B871C3-C904-4C1A-B0A3-E18B9D0B6BCE}" srcOrd="1" destOrd="0" presId="urn:microsoft.com/office/officeart/2008/layout/LinedList"/>
    <dgm:cxn modelId="{FC439773-2180-42D8-B07A-FF292792FD64}" type="presParOf" srcId="{8814AB5D-D185-4944-9002-64D55333A322}" destId="{F748754F-DA1B-4C71-920C-7431EA90803E}" srcOrd="20" destOrd="0" presId="urn:microsoft.com/office/officeart/2008/layout/LinedList"/>
    <dgm:cxn modelId="{D468C197-8EF6-491A-BAB7-070025F2048E}" type="presParOf" srcId="{8814AB5D-D185-4944-9002-64D55333A322}" destId="{44DA860C-254F-4520-9916-A4921E2B1B15}" srcOrd="21" destOrd="0" presId="urn:microsoft.com/office/officeart/2008/layout/LinedList"/>
    <dgm:cxn modelId="{18CE0A3C-A40F-4463-9C98-0E4E4472FD8E}" type="presParOf" srcId="{44DA860C-254F-4520-9916-A4921E2B1B15}" destId="{0A7E1E7D-BDDD-4404-9199-D443C38B567B}" srcOrd="0" destOrd="0" presId="urn:microsoft.com/office/officeart/2008/layout/LinedList"/>
    <dgm:cxn modelId="{83D8F116-A0BA-4E00-A934-07C5C92DDD69}" type="presParOf" srcId="{44DA860C-254F-4520-9916-A4921E2B1B15}" destId="{4DC3F227-ADDD-4266-A5A7-FCAB5E99AD2E}" srcOrd="1" destOrd="0" presId="urn:microsoft.com/office/officeart/2008/layout/LinedList"/>
    <dgm:cxn modelId="{8C4A56F7-6D67-4EAB-90A1-8E0A77B5280D}" type="presParOf" srcId="{8814AB5D-D185-4944-9002-64D55333A322}" destId="{AF4E42B0-ADDB-4C20-9732-57838A34E7DC}" srcOrd="22" destOrd="0" presId="urn:microsoft.com/office/officeart/2008/layout/LinedList"/>
    <dgm:cxn modelId="{8AD49A9D-42CF-4E07-9448-30A4218A5C17}" type="presParOf" srcId="{8814AB5D-D185-4944-9002-64D55333A322}" destId="{894203EA-3310-4310-820A-D8F94CBC953E}" srcOrd="23" destOrd="0" presId="urn:microsoft.com/office/officeart/2008/layout/LinedList"/>
    <dgm:cxn modelId="{76106A52-E620-4F6D-87FA-798B9E4B72BD}" type="presParOf" srcId="{894203EA-3310-4310-820A-D8F94CBC953E}" destId="{C13410D6-D6D2-4B55-B343-6F1C88A3A2E3}" srcOrd="0" destOrd="0" presId="urn:microsoft.com/office/officeart/2008/layout/LinedList"/>
    <dgm:cxn modelId="{D33F1A97-DA1D-4C53-A1E8-EF5D3F20E39D}" type="presParOf" srcId="{894203EA-3310-4310-820A-D8F94CBC953E}" destId="{92B9B3FB-DDD7-4CB4-8B45-7D51B1746E7B}" srcOrd="1" destOrd="0" presId="urn:microsoft.com/office/officeart/2008/layout/LinedList"/>
    <dgm:cxn modelId="{6D423226-73DE-46A4-BA33-FD676311EBD1}" type="presParOf" srcId="{8814AB5D-D185-4944-9002-64D55333A322}" destId="{5547BB46-9668-4712-9492-E6387131A5A3}" srcOrd="24" destOrd="0" presId="urn:microsoft.com/office/officeart/2008/layout/LinedList"/>
    <dgm:cxn modelId="{F10A60EA-6322-4029-8047-AC9DC14A3189}" type="presParOf" srcId="{8814AB5D-D185-4944-9002-64D55333A322}" destId="{75C3F8B3-34A4-490F-B2C7-D56D83A1367C}" srcOrd="25" destOrd="0" presId="urn:microsoft.com/office/officeart/2008/layout/LinedList"/>
    <dgm:cxn modelId="{B8399344-2D22-4597-A9E0-812EEE810632}" type="presParOf" srcId="{75C3F8B3-34A4-490F-B2C7-D56D83A1367C}" destId="{60B1DF64-C562-4E4E-BB51-BC4827292B7F}" srcOrd="0" destOrd="0" presId="urn:microsoft.com/office/officeart/2008/layout/LinedList"/>
    <dgm:cxn modelId="{50F11567-FAA9-4E47-9713-6CD3F9B65ED9}" type="presParOf" srcId="{75C3F8B3-34A4-490F-B2C7-D56D83A1367C}" destId="{0D878033-E6D1-470D-A528-ED3C663638B5}" srcOrd="1" destOrd="0" presId="urn:microsoft.com/office/officeart/2008/layout/LinedList"/>
    <dgm:cxn modelId="{FE59F42E-DEF1-4A7A-BBB4-3BC9F6A07089}" type="presParOf" srcId="{8814AB5D-D185-4944-9002-64D55333A322}" destId="{480458F5-D1E6-479A-AEA8-F06451290F5C}" srcOrd="26" destOrd="0" presId="urn:microsoft.com/office/officeart/2008/layout/LinedList"/>
    <dgm:cxn modelId="{9C6FCC80-0483-485D-AF8F-9A4515D812A8}" type="presParOf" srcId="{8814AB5D-D185-4944-9002-64D55333A322}" destId="{7414C6D3-3088-44CA-9620-222BF349BF42}" srcOrd="27" destOrd="0" presId="urn:microsoft.com/office/officeart/2008/layout/LinedList"/>
    <dgm:cxn modelId="{905FDBB0-7961-46DF-8CB7-67F6A8A34FD7}" type="presParOf" srcId="{7414C6D3-3088-44CA-9620-222BF349BF42}" destId="{0300DC96-C7B5-4A9F-8AD4-F332607F9875}" srcOrd="0" destOrd="0" presId="urn:microsoft.com/office/officeart/2008/layout/LinedList"/>
    <dgm:cxn modelId="{1C7A501D-8AF1-4173-81A1-8E84F64BE7AD}" type="presParOf" srcId="{7414C6D3-3088-44CA-9620-222BF349BF42}" destId="{A3DE19D0-BE3C-4465-9177-BDC2CBE9EFC5}" srcOrd="1" destOrd="0" presId="urn:microsoft.com/office/officeart/2008/layout/LinedList"/>
    <dgm:cxn modelId="{E0A0A59E-B0A4-42F3-8F85-8E7E9CD27D35}" type="presParOf" srcId="{8814AB5D-D185-4944-9002-64D55333A322}" destId="{E901A6C7-8B59-42A8-B739-B4CB4926F1A5}" srcOrd="28" destOrd="0" presId="urn:microsoft.com/office/officeart/2008/layout/LinedList"/>
    <dgm:cxn modelId="{ED5C3353-292F-4791-A75E-16F8A3665BBE}" type="presParOf" srcId="{8814AB5D-D185-4944-9002-64D55333A322}" destId="{99E3085D-8738-4A51-92E3-0534C191D17C}" srcOrd="29" destOrd="0" presId="urn:microsoft.com/office/officeart/2008/layout/LinedList"/>
    <dgm:cxn modelId="{4B545C17-03C8-4A33-ADFE-CA2EA8227B82}" type="presParOf" srcId="{99E3085D-8738-4A51-92E3-0534C191D17C}" destId="{22581949-09CA-48CA-ACE0-3287EE4AD39A}" srcOrd="0" destOrd="0" presId="urn:microsoft.com/office/officeart/2008/layout/LinedList"/>
    <dgm:cxn modelId="{101DD99B-4136-492E-969F-24D23C0CB3C9}" type="presParOf" srcId="{99E3085D-8738-4A51-92E3-0534C191D17C}" destId="{CA90AF45-42E9-4384-ACFB-1AC8ACA620C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E86FF26-37BA-4DF2-9B8F-12DFA95C1730}"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946A5FA-7A4B-4C1F-9C74-816458AE1226}">
      <dgm:prSet/>
      <dgm:spPr/>
      <dgm:t>
        <a:bodyPr/>
        <a:lstStyle/>
        <a:p>
          <a:pPr>
            <a:lnSpc>
              <a:spcPct val="100000"/>
            </a:lnSpc>
          </a:pPr>
          <a:r>
            <a:rPr lang="en-US"/>
            <a:t>All the parameters mentioned in the Table 1 are assigned some weights that have been determined by experience.</a:t>
          </a:r>
        </a:p>
      </dgm:t>
    </dgm:pt>
    <dgm:pt modelId="{1A21F98D-36AD-45A4-A6DE-07733465AF7C}" type="parTrans" cxnId="{F0D84845-D6B3-4E67-8D1B-CBC7D10D789A}">
      <dgm:prSet/>
      <dgm:spPr/>
      <dgm:t>
        <a:bodyPr/>
        <a:lstStyle/>
        <a:p>
          <a:endParaRPr lang="en-US"/>
        </a:p>
      </dgm:t>
    </dgm:pt>
    <dgm:pt modelId="{FC73DBD1-8D31-4CA2-B531-3DC9CB43A528}" type="sibTrans" cxnId="{F0D84845-D6B3-4E67-8D1B-CBC7D10D789A}">
      <dgm:prSet/>
      <dgm:spPr/>
      <dgm:t>
        <a:bodyPr/>
        <a:lstStyle/>
        <a:p>
          <a:pPr>
            <a:lnSpc>
              <a:spcPct val="100000"/>
            </a:lnSpc>
          </a:pPr>
          <a:endParaRPr lang="en-US"/>
        </a:p>
      </dgm:t>
    </dgm:pt>
    <dgm:pt modelId="{6E9E5E0E-90B9-4DA8-B53E-25B407D6632F}">
      <dgm:prSet/>
      <dgm:spPr/>
      <dgm:t>
        <a:bodyPr/>
        <a:lstStyle/>
        <a:p>
          <a:pPr>
            <a:lnSpc>
              <a:spcPct val="100000"/>
            </a:lnSpc>
          </a:pPr>
          <a:r>
            <a:rPr lang="en-US"/>
            <a:t>The functional complexities are multiplied with the corresponding weights against each function, and the values are added up to determine the UFP (Unadjusted Function Point) of the subsystem.</a:t>
          </a:r>
        </a:p>
      </dgm:t>
    </dgm:pt>
    <dgm:pt modelId="{5A9FB8FD-3E0C-4BD8-8BA2-DC6FA71D3916}" type="parTrans" cxnId="{D56242D7-5BEC-4FD1-AEB6-64B069639B19}">
      <dgm:prSet/>
      <dgm:spPr/>
      <dgm:t>
        <a:bodyPr/>
        <a:lstStyle/>
        <a:p>
          <a:endParaRPr lang="en-US"/>
        </a:p>
      </dgm:t>
    </dgm:pt>
    <dgm:pt modelId="{362039A5-F392-4C13-8628-AB4B6DDE543A}" type="sibTrans" cxnId="{D56242D7-5BEC-4FD1-AEB6-64B069639B19}">
      <dgm:prSet/>
      <dgm:spPr/>
      <dgm:t>
        <a:bodyPr/>
        <a:lstStyle/>
        <a:p>
          <a:endParaRPr lang="en-US"/>
        </a:p>
      </dgm:t>
    </dgm:pt>
    <dgm:pt modelId="{D9794C04-8ED2-4EFA-A62D-73D12C01422D}" type="pres">
      <dgm:prSet presAssocID="{FE86FF26-37BA-4DF2-9B8F-12DFA95C1730}" presName="root" presStyleCnt="0">
        <dgm:presLayoutVars>
          <dgm:dir/>
          <dgm:resizeHandles val="exact"/>
        </dgm:presLayoutVars>
      </dgm:prSet>
      <dgm:spPr/>
    </dgm:pt>
    <dgm:pt modelId="{1C7C9318-5C57-4A3C-9C99-8B04D81C64FE}" type="pres">
      <dgm:prSet presAssocID="{FE86FF26-37BA-4DF2-9B8F-12DFA95C1730}" presName="container" presStyleCnt="0">
        <dgm:presLayoutVars>
          <dgm:dir/>
          <dgm:resizeHandles val="exact"/>
        </dgm:presLayoutVars>
      </dgm:prSet>
      <dgm:spPr/>
    </dgm:pt>
    <dgm:pt modelId="{F148FFF6-4B49-4359-84E9-E6F29C914642}" type="pres">
      <dgm:prSet presAssocID="{4946A5FA-7A4B-4C1F-9C74-816458AE1226}" presName="compNode" presStyleCnt="0"/>
      <dgm:spPr/>
    </dgm:pt>
    <dgm:pt modelId="{ABB9585E-D7D9-48F5-B9F9-E801C383ABC9}" type="pres">
      <dgm:prSet presAssocID="{4946A5FA-7A4B-4C1F-9C74-816458AE1226}" presName="iconBgRect" presStyleLbl="bgShp" presStyleIdx="0" presStyleCnt="2"/>
      <dgm:spPr/>
    </dgm:pt>
    <dgm:pt modelId="{3313241E-35D0-4182-85FA-BB3D0CA3443B}" type="pres">
      <dgm:prSet presAssocID="{4946A5FA-7A4B-4C1F-9C74-816458AE122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umbbell"/>
        </a:ext>
      </dgm:extLst>
    </dgm:pt>
    <dgm:pt modelId="{C9B2E99C-CA50-4962-8AA3-6B9C92A862DB}" type="pres">
      <dgm:prSet presAssocID="{4946A5FA-7A4B-4C1F-9C74-816458AE1226}" presName="spaceRect" presStyleCnt="0"/>
      <dgm:spPr/>
    </dgm:pt>
    <dgm:pt modelId="{51BF7F30-0CBC-4F7E-9EE1-DA41BDE6257C}" type="pres">
      <dgm:prSet presAssocID="{4946A5FA-7A4B-4C1F-9C74-816458AE1226}" presName="textRect" presStyleLbl="revTx" presStyleIdx="0" presStyleCnt="2">
        <dgm:presLayoutVars>
          <dgm:chMax val="1"/>
          <dgm:chPref val="1"/>
        </dgm:presLayoutVars>
      </dgm:prSet>
      <dgm:spPr/>
    </dgm:pt>
    <dgm:pt modelId="{477D7756-3648-41A3-932C-4BB8315B7CF7}" type="pres">
      <dgm:prSet presAssocID="{FC73DBD1-8D31-4CA2-B531-3DC9CB43A528}" presName="sibTrans" presStyleLbl="sibTrans2D1" presStyleIdx="0" presStyleCnt="0"/>
      <dgm:spPr/>
    </dgm:pt>
    <dgm:pt modelId="{9823677A-E5FB-4BCA-8C5B-F174FE9CDEB7}" type="pres">
      <dgm:prSet presAssocID="{6E9E5E0E-90B9-4DA8-B53E-25B407D6632F}" presName="compNode" presStyleCnt="0"/>
      <dgm:spPr/>
    </dgm:pt>
    <dgm:pt modelId="{424EE495-0637-4EBB-80B7-8B75A3C7FF72}" type="pres">
      <dgm:prSet presAssocID="{6E9E5E0E-90B9-4DA8-B53E-25B407D6632F}" presName="iconBgRect" presStyleLbl="bgShp" presStyleIdx="1" presStyleCnt="2"/>
      <dgm:spPr/>
    </dgm:pt>
    <dgm:pt modelId="{AE25A24E-4243-4FBD-B110-2E709D7FDD78}" type="pres">
      <dgm:prSet presAssocID="{6E9E5E0E-90B9-4DA8-B53E-25B407D6632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ales of Justice"/>
        </a:ext>
      </dgm:extLst>
    </dgm:pt>
    <dgm:pt modelId="{9BB8B01A-C812-46DB-A7D6-07F83D1D2268}" type="pres">
      <dgm:prSet presAssocID="{6E9E5E0E-90B9-4DA8-B53E-25B407D6632F}" presName="spaceRect" presStyleCnt="0"/>
      <dgm:spPr/>
    </dgm:pt>
    <dgm:pt modelId="{8BD0C8D8-965E-42F6-A4A8-BE3CDB571F96}" type="pres">
      <dgm:prSet presAssocID="{6E9E5E0E-90B9-4DA8-B53E-25B407D6632F}" presName="textRect" presStyleLbl="revTx" presStyleIdx="1" presStyleCnt="2">
        <dgm:presLayoutVars>
          <dgm:chMax val="1"/>
          <dgm:chPref val="1"/>
        </dgm:presLayoutVars>
      </dgm:prSet>
      <dgm:spPr/>
    </dgm:pt>
  </dgm:ptLst>
  <dgm:cxnLst>
    <dgm:cxn modelId="{F0D84845-D6B3-4E67-8D1B-CBC7D10D789A}" srcId="{FE86FF26-37BA-4DF2-9B8F-12DFA95C1730}" destId="{4946A5FA-7A4B-4C1F-9C74-816458AE1226}" srcOrd="0" destOrd="0" parTransId="{1A21F98D-36AD-45A4-A6DE-07733465AF7C}" sibTransId="{FC73DBD1-8D31-4CA2-B531-3DC9CB43A528}"/>
    <dgm:cxn modelId="{F5DCD776-B294-4CC6-914A-7C9C6FA6193F}" type="presOf" srcId="{4946A5FA-7A4B-4C1F-9C74-816458AE1226}" destId="{51BF7F30-0CBC-4F7E-9EE1-DA41BDE6257C}" srcOrd="0" destOrd="0" presId="urn:microsoft.com/office/officeart/2018/2/layout/IconCircleList"/>
    <dgm:cxn modelId="{BCF454C5-D5E7-4DA2-8B79-2521ABE65A2C}" type="presOf" srcId="{FC73DBD1-8D31-4CA2-B531-3DC9CB43A528}" destId="{477D7756-3648-41A3-932C-4BB8315B7CF7}" srcOrd="0" destOrd="0" presId="urn:microsoft.com/office/officeart/2018/2/layout/IconCircleList"/>
    <dgm:cxn modelId="{D56242D7-5BEC-4FD1-AEB6-64B069639B19}" srcId="{FE86FF26-37BA-4DF2-9B8F-12DFA95C1730}" destId="{6E9E5E0E-90B9-4DA8-B53E-25B407D6632F}" srcOrd="1" destOrd="0" parTransId="{5A9FB8FD-3E0C-4BD8-8BA2-DC6FA71D3916}" sibTransId="{362039A5-F392-4C13-8628-AB4B6DDE543A}"/>
    <dgm:cxn modelId="{71DB72DB-C9BA-4AE8-9276-3211EC904C8A}" type="presOf" srcId="{6E9E5E0E-90B9-4DA8-B53E-25B407D6632F}" destId="{8BD0C8D8-965E-42F6-A4A8-BE3CDB571F96}" srcOrd="0" destOrd="0" presId="urn:microsoft.com/office/officeart/2018/2/layout/IconCircleList"/>
    <dgm:cxn modelId="{7E6A1DEB-A435-42F3-A5D1-6AA5417E37BF}" type="presOf" srcId="{FE86FF26-37BA-4DF2-9B8F-12DFA95C1730}" destId="{D9794C04-8ED2-4EFA-A62D-73D12C01422D}" srcOrd="0" destOrd="0" presId="urn:microsoft.com/office/officeart/2018/2/layout/IconCircleList"/>
    <dgm:cxn modelId="{91971C65-297C-4D02-8840-682DC10770CD}" type="presParOf" srcId="{D9794C04-8ED2-4EFA-A62D-73D12C01422D}" destId="{1C7C9318-5C57-4A3C-9C99-8B04D81C64FE}" srcOrd="0" destOrd="0" presId="urn:microsoft.com/office/officeart/2018/2/layout/IconCircleList"/>
    <dgm:cxn modelId="{F04ADF9B-CB3A-4EDB-A6A4-DDE5D1E3109B}" type="presParOf" srcId="{1C7C9318-5C57-4A3C-9C99-8B04D81C64FE}" destId="{F148FFF6-4B49-4359-84E9-E6F29C914642}" srcOrd="0" destOrd="0" presId="urn:microsoft.com/office/officeart/2018/2/layout/IconCircleList"/>
    <dgm:cxn modelId="{99FB1A18-96A4-41F5-8759-1F7F24ED0C14}" type="presParOf" srcId="{F148FFF6-4B49-4359-84E9-E6F29C914642}" destId="{ABB9585E-D7D9-48F5-B9F9-E801C383ABC9}" srcOrd="0" destOrd="0" presId="urn:microsoft.com/office/officeart/2018/2/layout/IconCircleList"/>
    <dgm:cxn modelId="{2CC23E73-86DF-4F9A-A000-77781A5EF414}" type="presParOf" srcId="{F148FFF6-4B49-4359-84E9-E6F29C914642}" destId="{3313241E-35D0-4182-85FA-BB3D0CA3443B}" srcOrd="1" destOrd="0" presId="urn:microsoft.com/office/officeart/2018/2/layout/IconCircleList"/>
    <dgm:cxn modelId="{F342EE51-9299-4D1D-B4B7-8085209C194B}" type="presParOf" srcId="{F148FFF6-4B49-4359-84E9-E6F29C914642}" destId="{C9B2E99C-CA50-4962-8AA3-6B9C92A862DB}" srcOrd="2" destOrd="0" presId="urn:microsoft.com/office/officeart/2018/2/layout/IconCircleList"/>
    <dgm:cxn modelId="{093B979A-DEF0-4139-B616-CEAFD0EC95BE}" type="presParOf" srcId="{F148FFF6-4B49-4359-84E9-E6F29C914642}" destId="{51BF7F30-0CBC-4F7E-9EE1-DA41BDE6257C}" srcOrd="3" destOrd="0" presId="urn:microsoft.com/office/officeart/2018/2/layout/IconCircleList"/>
    <dgm:cxn modelId="{AA260117-CCBB-4147-A093-8EDB61A7E814}" type="presParOf" srcId="{1C7C9318-5C57-4A3C-9C99-8B04D81C64FE}" destId="{477D7756-3648-41A3-932C-4BB8315B7CF7}" srcOrd="1" destOrd="0" presId="urn:microsoft.com/office/officeart/2018/2/layout/IconCircleList"/>
    <dgm:cxn modelId="{CF50F4FE-648D-4173-AB92-40D3DBDADB98}" type="presParOf" srcId="{1C7C9318-5C57-4A3C-9C99-8B04D81C64FE}" destId="{9823677A-E5FB-4BCA-8C5B-F174FE9CDEB7}" srcOrd="2" destOrd="0" presId="urn:microsoft.com/office/officeart/2018/2/layout/IconCircleList"/>
    <dgm:cxn modelId="{8D56794A-0C40-4A31-8364-ECFA442A9584}" type="presParOf" srcId="{9823677A-E5FB-4BCA-8C5B-F174FE9CDEB7}" destId="{424EE495-0637-4EBB-80B7-8B75A3C7FF72}" srcOrd="0" destOrd="0" presId="urn:microsoft.com/office/officeart/2018/2/layout/IconCircleList"/>
    <dgm:cxn modelId="{01197F9F-F531-4CA9-B336-A6E1748DC277}" type="presParOf" srcId="{9823677A-E5FB-4BCA-8C5B-F174FE9CDEB7}" destId="{AE25A24E-4243-4FBD-B110-2E709D7FDD78}" srcOrd="1" destOrd="0" presId="urn:microsoft.com/office/officeart/2018/2/layout/IconCircleList"/>
    <dgm:cxn modelId="{CCDD79E4-D9CE-4215-9EBC-A5D59AF241CC}" type="presParOf" srcId="{9823677A-E5FB-4BCA-8C5B-F174FE9CDEB7}" destId="{9BB8B01A-C812-46DB-A7D6-07F83D1D2268}" srcOrd="2" destOrd="0" presId="urn:microsoft.com/office/officeart/2018/2/layout/IconCircleList"/>
    <dgm:cxn modelId="{BC9ACAAF-DAA9-420A-9667-0797AC2EAAB7}" type="presParOf" srcId="{9823677A-E5FB-4BCA-8C5B-F174FE9CDEB7}" destId="{8BD0C8D8-965E-42F6-A4A8-BE3CDB571F9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46A364B-592D-4E13-8377-6D5E4F74FDCC}"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23AC832-07D6-409B-BB64-4C94147467F3}">
      <dgm:prSet/>
      <dgm:spPr/>
      <dgm:t>
        <a:bodyPr/>
        <a:lstStyle/>
        <a:p>
          <a:pPr>
            <a:lnSpc>
              <a:spcPct val="100000"/>
            </a:lnSpc>
            <a:defRPr cap="all"/>
          </a:pPr>
          <a:r>
            <a:rPr lang="en-IN"/>
            <a:t>Thank you </a:t>
          </a:r>
          <a:endParaRPr lang="en-US"/>
        </a:p>
      </dgm:t>
    </dgm:pt>
    <dgm:pt modelId="{7533B32B-CC3E-4A55-B359-6F9DD21F9E80}" type="parTrans" cxnId="{850BA225-9E90-4DA3-B5A9-5D0BD3594141}">
      <dgm:prSet/>
      <dgm:spPr/>
      <dgm:t>
        <a:bodyPr/>
        <a:lstStyle/>
        <a:p>
          <a:endParaRPr lang="en-US"/>
        </a:p>
      </dgm:t>
    </dgm:pt>
    <dgm:pt modelId="{C992CC80-830E-4FEB-A024-C3D18839D95B}" type="sibTrans" cxnId="{850BA225-9E90-4DA3-B5A9-5D0BD3594141}">
      <dgm:prSet/>
      <dgm:spPr/>
      <dgm:t>
        <a:bodyPr/>
        <a:lstStyle/>
        <a:p>
          <a:endParaRPr lang="en-US"/>
        </a:p>
      </dgm:t>
    </dgm:pt>
    <dgm:pt modelId="{E1ED0655-EC02-4B52-85BE-EB97D51DE574}">
      <dgm:prSet/>
      <dgm:spPr/>
      <dgm:t>
        <a:bodyPr/>
        <a:lstStyle/>
        <a:p>
          <a:pPr>
            <a:lnSpc>
              <a:spcPct val="100000"/>
            </a:lnSpc>
            <a:defRPr cap="all"/>
          </a:pPr>
          <a:r>
            <a:rPr lang="en-IN"/>
            <a:t>any questions</a:t>
          </a:r>
          <a:endParaRPr lang="en-US"/>
        </a:p>
      </dgm:t>
    </dgm:pt>
    <dgm:pt modelId="{30D8F0A5-0814-4B79-AB6B-CC1E19C98C6A}" type="parTrans" cxnId="{2F7EFF95-FDD0-4004-82EA-499329B5C601}">
      <dgm:prSet/>
      <dgm:spPr/>
      <dgm:t>
        <a:bodyPr/>
        <a:lstStyle/>
        <a:p>
          <a:endParaRPr lang="en-US"/>
        </a:p>
      </dgm:t>
    </dgm:pt>
    <dgm:pt modelId="{9EDDB4AD-499D-4211-8E7B-6A98D2D8A183}" type="sibTrans" cxnId="{2F7EFF95-FDD0-4004-82EA-499329B5C601}">
      <dgm:prSet/>
      <dgm:spPr/>
      <dgm:t>
        <a:bodyPr/>
        <a:lstStyle/>
        <a:p>
          <a:endParaRPr lang="en-US"/>
        </a:p>
      </dgm:t>
    </dgm:pt>
    <dgm:pt modelId="{12DC7F85-1F09-4C46-BBC7-90EC9311BB75}" type="pres">
      <dgm:prSet presAssocID="{A46A364B-592D-4E13-8377-6D5E4F74FDCC}" presName="root" presStyleCnt="0">
        <dgm:presLayoutVars>
          <dgm:dir/>
          <dgm:resizeHandles val="exact"/>
        </dgm:presLayoutVars>
      </dgm:prSet>
      <dgm:spPr/>
    </dgm:pt>
    <dgm:pt modelId="{B8CDD1F0-CA70-4D01-90DE-F1FBE4CBBEA8}" type="pres">
      <dgm:prSet presAssocID="{C23AC832-07D6-409B-BB64-4C94147467F3}" presName="compNode" presStyleCnt="0"/>
      <dgm:spPr/>
    </dgm:pt>
    <dgm:pt modelId="{A17AC94B-CB57-4125-B1D1-68F7F546C97B}" type="pres">
      <dgm:prSet presAssocID="{C23AC832-07D6-409B-BB64-4C94147467F3}" presName="iconBgRect" presStyleLbl="bgShp" presStyleIdx="0" presStyleCnt="2"/>
      <dgm:spPr/>
    </dgm:pt>
    <dgm:pt modelId="{8B871C7E-43DD-4DD5-A98F-93CFF62899CF}" type="pres">
      <dgm:prSet presAssocID="{C23AC832-07D6-409B-BB64-4C94147467F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iling Face with No Fill"/>
        </a:ext>
      </dgm:extLst>
    </dgm:pt>
    <dgm:pt modelId="{DC8240D1-46CC-4005-AB3A-46C3ECABE471}" type="pres">
      <dgm:prSet presAssocID="{C23AC832-07D6-409B-BB64-4C94147467F3}" presName="spaceRect" presStyleCnt="0"/>
      <dgm:spPr/>
    </dgm:pt>
    <dgm:pt modelId="{63A37971-ED3E-4367-9F00-E2C3C99A302A}" type="pres">
      <dgm:prSet presAssocID="{C23AC832-07D6-409B-BB64-4C94147467F3}" presName="textRect" presStyleLbl="revTx" presStyleIdx="0" presStyleCnt="2">
        <dgm:presLayoutVars>
          <dgm:chMax val="1"/>
          <dgm:chPref val="1"/>
        </dgm:presLayoutVars>
      </dgm:prSet>
      <dgm:spPr/>
    </dgm:pt>
    <dgm:pt modelId="{67F20ED4-443B-4597-9F90-049381946316}" type="pres">
      <dgm:prSet presAssocID="{C992CC80-830E-4FEB-A024-C3D18839D95B}" presName="sibTrans" presStyleCnt="0"/>
      <dgm:spPr/>
    </dgm:pt>
    <dgm:pt modelId="{50463DA5-6E8C-496B-8490-60DF20EBDC85}" type="pres">
      <dgm:prSet presAssocID="{E1ED0655-EC02-4B52-85BE-EB97D51DE574}" presName="compNode" presStyleCnt="0"/>
      <dgm:spPr/>
    </dgm:pt>
    <dgm:pt modelId="{AA7C83A5-4E8D-47E6-98BF-96CF6E8C6EAD}" type="pres">
      <dgm:prSet presAssocID="{E1ED0655-EC02-4B52-85BE-EB97D51DE574}" presName="iconBgRect" presStyleLbl="bgShp" presStyleIdx="1" presStyleCnt="2"/>
      <dgm:spPr/>
    </dgm:pt>
    <dgm:pt modelId="{B6570B77-7113-40D9-B45C-8233896DC709}" type="pres">
      <dgm:prSet presAssocID="{E1ED0655-EC02-4B52-85BE-EB97D51DE57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lp"/>
        </a:ext>
      </dgm:extLst>
    </dgm:pt>
    <dgm:pt modelId="{17B94C43-EB8F-447C-AFF8-CC0C77366188}" type="pres">
      <dgm:prSet presAssocID="{E1ED0655-EC02-4B52-85BE-EB97D51DE574}" presName="spaceRect" presStyleCnt="0"/>
      <dgm:spPr/>
    </dgm:pt>
    <dgm:pt modelId="{76B94BA3-545D-478D-AB75-1F7DBAC6D9D1}" type="pres">
      <dgm:prSet presAssocID="{E1ED0655-EC02-4B52-85BE-EB97D51DE574}" presName="textRect" presStyleLbl="revTx" presStyleIdx="1" presStyleCnt="2">
        <dgm:presLayoutVars>
          <dgm:chMax val="1"/>
          <dgm:chPref val="1"/>
        </dgm:presLayoutVars>
      </dgm:prSet>
      <dgm:spPr/>
    </dgm:pt>
  </dgm:ptLst>
  <dgm:cxnLst>
    <dgm:cxn modelId="{850BA225-9E90-4DA3-B5A9-5D0BD3594141}" srcId="{A46A364B-592D-4E13-8377-6D5E4F74FDCC}" destId="{C23AC832-07D6-409B-BB64-4C94147467F3}" srcOrd="0" destOrd="0" parTransId="{7533B32B-CC3E-4A55-B359-6F9DD21F9E80}" sibTransId="{C992CC80-830E-4FEB-A024-C3D18839D95B}"/>
    <dgm:cxn modelId="{F737F26A-FCB8-4B7A-9A8F-877FADC01C48}" type="presOf" srcId="{E1ED0655-EC02-4B52-85BE-EB97D51DE574}" destId="{76B94BA3-545D-478D-AB75-1F7DBAC6D9D1}" srcOrd="0" destOrd="0" presId="urn:microsoft.com/office/officeart/2018/5/layout/IconCircleLabelList"/>
    <dgm:cxn modelId="{5B473A57-6CE5-4030-BD43-1283756BB693}" type="presOf" srcId="{A46A364B-592D-4E13-8377-6D5E4F74FDCC}" destId="{12DC7F85-1F09-4C46-BBC7-90EC9311BB75}" srcOrd="0" destOrd="0" presId="urn:microsoft.com/office/officeart/2018/5/layout/IconCircleLabelList"/>
    <dgm:cxn modelId="{2F7EFF95-FDD0-4004-82EA-499329B5C601}" srcId="{A46A364B-592D-4E13-8377-6D5E4F74FDCC}" destId="{E1ED0655-EC02-4B52-85BE-EB97D51DE574}" srcOrd="1" destOrd="0" parTransId="{30D8F0A5-0814-4B79-AB6B-CC1E19C98C6A}" sibTransId="{9EDDB4AD-499D-4211-8E7B-6A98D2D8A183}"/>
    <dgm:cxn modelId="{8F27B5E6-8E30-46F1-A05A-8C164F247E1A}" type="presOf" srcId="{C23AC832-07D6-409B-BB64-4C94147467F3}" destId="{63A37971-ED3E-4367-9F00-E2C3C99A302A}" srcOrd="0" destOrd="0" presId="urn:microsoft.com/office/officeart/2018/5/layout/IconCircleLabelList"/>
    <dgm:cxn modelId="{411CA415-3F5A-45D9-8E50-C99414EAFAFB}" type="presParOf" srcId="{12DC7F85-1F09-4C46-BBC7-90EC9311BB75}" destId="{B8CDD1F0-CA70-4D01-90DE-F1FBE4CBBEA8}" srcOrd="0" destOrd="0" presId="urn:microsoft.com/office/officeart/2018/5/layout/IconCircleLabelList"/>
    <dgm:cxn modelId="{0DD659BC-E02C-4FFE-ACBD-4917FAE69C4C}" type="presParOf" srcId="{B8CDD1F0-CA70-4D01-90DE-F1FBE4CBBEA8}" destId="{A17AC94B-CB57-4125-B1D1-68F7F546C97B}" srcOrd="0" destOrd="0" presId="urn:microsoft.com/office/officeart/2018/5/layout/IconCircleLabelList"/>
    <dgm:cxn modelId="{76218050-6F58-4D55-975F-5BEB9F29765B}" type="presParOf" srcId="{B8CDD1F0-CA70-4D01-90DE-F1FBE4CBBEA8}" destId="{8B871C7E-43DD-4DD5-A98F-93CFF62899CF}" srcOrd="1" destOrd="0" presId="urn:microsoft.com/office/officeart/2018/5/layout/IconCircleLabelList"/>
    <dgm:cxn modelId="{F545E38A-B696-43DD-B64E-2165F4E61097}" type="presParOf" srcId="{B8CDD1F0-CA70-4D01-90DE-F1FBE4CBBEA8}" destId="{DC8240D1-46CC-4005-AB3A-46C3ECABE471}" srcOrd="2" destOrd="0" presId="urn:microsoft.com/office/officeart/2018/5/layout/IconCircleLabelList"/>
    <dgm:cxn modelId="{87CE7426-A4C1-42B0-BDA5-09EE4F737B74}" type="presParOf" srcId="{B8CDD1F0-CA70-4D01-90DE-F1FBE4CBBEA8}" destId="{63A37971-ED3E-4367-9F00-E2C3C99A302A}" srcOrd="3" destOrd="0" presId="urn:microsoft.com/office/officeart/2018/5/layout/IconCircleLabelList"/>
    <dgm:cxn modelId="{E3751D38-4D75-4A8D-9DB4-15CEC918B3D6}" type="presParOf" srcId="{12DC7F85-1F09-4C46-BBC7-90EC9311BB75}" destId="{67F20ED4-443B-4597-9F90-049381946316}" srcOrd="1" destOrd="0" presId="urn:microsoft.com/office/officeart/2018/5/layout/IconCircleLabelList"/>
    <dgm:cxn modelId="{6834DE73-01ED-4320-9632-3E8ED70A694F}" type="presParOf" srcId="{12DC7F85-1F09-4C46-BBC7-90EC9311BB75}" destId="{50463DA5-6E8C-496B-8490-60DF20EBDC85}" srcOrd="2" destOrd="0" presId="urn:microsoft.com/office/officeart/2018/5/layout/IconCircleLabelList"/>
    <dgm:cxn modelId="{26950140-3806-4485-91A9-C8F9E4C3128D}" type="presParOf" srcId="{50463DA5-6E8C-496B-8490-60DF20EBDC85}" destId="{AA7C83A5-4E8D-47E6-98BF-96CF6E8C6EAD}" srcOrd="0" destOrd="0" presId="urn:microsoft.com/office/officeart/2018/5/layout/IconCircleLabelList"/>
    <dgm:cxn modelId="{A77BFF0A-714B-4AF8-AE9F-628E5FA80472}" type="presParOf" srcId="{50463DA5-6E8C-496B-8490-60DF20EBDC85}" destId="{B6570B77-7113-40D9-B45C-8233896DC709}" srcOrd="1" destOrd="0" presId="urn:microsoft.com/office/officeart/2018/5/layout/IconCircleLabelList"/>
    <dgm:cxn modelId="{1EF7D3D5-8A3E-4D0C-8DD7-9CD402D8E62D}" type="presParOf" srcId="{50463DA5-6E8C-496B-8490-60DF20EBDC85}" destId="{17B94C43-EB8F-447C-AFF8-CC0C77366188}" srcOrd="2" destOrd="0" presId="urn:microsoft.com/office/officeart/2018/5/layout/IconCircleLabelList"/>
    <dgm:cxn modelId="{1C5ED823-2071-41F1-94A2-FE53349AD6E7}" type="presParOf" srcId="{50463DA5-6E8C-496B-8490-60DF20EBDC85}" destId="{76B94BA3-545D-478D-AB75-1F7DBAC6D9D1}"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20B847-0BAA-41C8-81BC-47616328D03D}">
      <dsp:nvSpPr>
        <dsp:cNvPr id="0" name=""/>
        <dsp:cNvSpPr/>
      </dsp:nvSpPr>
      <dsp:spPr>
        <a:xfrm>
          <a:off x="0" y="707288"/>
          <a:ext cx="10515600" cy="13057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E0D86B-028E-40AE-8C8B-038098F3D201}">
      <dsp:nvSpPr>
        <dsp:cNvPr id="0" name=""/>
        <dsp:cNvSpPr/>
      </dsp:nvSpPr>
      <dsp:spPr>
        <a:xfrm>
          <a:off x="394993" y="1001085"/>
          <a:ext cx="718169" cy="718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F5C7F6-C880-4C52-AF7E-D634405C9E2B}">
      <dsp:nvSpPr>
        <dsp:cNvPr id="0" name=""/>
        <dsp:cNvSpPr/>
      </dsp:nvSpPr>
      <dsp:spPr>
        <a:xfrm>
          <a:off x="1508156" y="707288"/>
          <a:ext cx="9007443"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711200">
            <a:lnSpc>
              <a:spcPct val="100000"/>
            </a:lnSpc>
            <a:spcBef>
              <a:spcPct val="0"/>
            </a:spcBef>
            <a:spcAft>
              <a:spcPct val="35000"/>
            </a:spcAft>
            <a:buNone/>
          </a:pPr>
          <a:r>
            <a:rPr lang="en-US" sz="1600" kern="1200" dirty="0"/>
            <a:t>Definition: Logical groupings of data in a system, maintained by an end user(and application), are referred to as Internal Logical Files (ILF).</a:t>
          </a:r>
        </a:p>
      </dsp:txBody>
      <dsp:txXfrm>
        <a:off x="1508156" y="707288"/>
        <a:ext cx="9007443" cy="1305763"/>
      </dsp:txXfrm>
    </dsp:sp>
    <dsp:sp modelId="{EBE1E630-F947-4655-865E-0C79E64B8793}">
      <dsp:nvSpPr>
        <dsp:cNvPr id="0" name=""/>
        <dsp:cNvSpPr/>
      </dsp:nvSpPr>
      <dsp:spPr>
        <a:xfrm>
          <a:off x="0" y="2339492"/>
          <a:ext cx="10515600" cy="13057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E26A93-A55A-4365-B981-D8F01ACC8C25}">
      <dsp:nvSpPr>
        <dsp:cNvPr id="0" name=""/>
        <dsp:cNvSpPr/>
      </dsp:nvSpPr>
      <dsp:spPr>
        <a:xfrm>
          <a:off x="394993" y="2633289"/>
          <a:ext cx="718169" cy="718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8A7DEB-8011-416C-8DEA-F953E557CDAA}">
      <dsp:nvSpPr>
        <dsp:cNvPr id="0" name=""/>
        <dsp:cNvSpPr/>
      </dsp:nvSpPr>
      <dsp:spPr>
        <a:xfrm>
          <a:off x="1508156" y="2339492"/>
          <a:ext cx="9007443"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711200">
            <a:lnSpc>
              <a:spcPct val="100000"/>
            </a:lnSpc>
            <a:spcBef>
              <a:spcPct val="0"/>
            </a:spcBef>
            <a:spcAft>
              <a:spcPct val="35000"/>
            </a:spcAft>
            <a:buNone/>
          </a:pPr>
          <a:r>
            <a:rPr lang="en-US" sz="1600" kern="1200" dirty="0"/>
            <a:t>For example, a pilot may enter navigational data through a display in the cockpit prior to departure. The data is stored in a file for use and can be modified during the mission. Therefore, the pilot is responsible for maintaining the file that contains the navigational information.</a:t>
          </a:r>
        </a:p>
      </dsp:txBody>
      <dsp:txXfrm>
        <a:off x="1508156" y="2339492"/>
        <a:ext cx="9007443" cy="1305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E46EA-A788-4F6F-A9F6-77BE422C063C}">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E9147C-6881-40B5-9B96-FC6F10AD33C5}">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D573C7-666F-49F6-A010-31B87F8518FD}">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dirty="0"/>
            <a:t>Definition: Groupings of data from another system that are used only for reference purposes are defined as External Interface Files (EIF).</a:t>
          </a:r>
        </a:p>
      </dsp:txBody>
      <dsp:txXfrm>
        <a:off x="1437631" y="531"/>
        <a:ext cx="9077968" cy="1244702"/>
      </dsp:txXfrm>
    </dsp:sp>
    <dsp:sp modelId="{4C755360-9EEB-4002-88B0-C816C2257410}">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CA8A00-EAC1-45B9-8BAF-A99C09B04BEE}">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06D4E7-7C81-4C98-BC00-4AFFDBFD71A7}">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dirty="0"/>
            <a:t>Explanation: The second Data Function a system provides an end user is also related to logical groupings of data. In this case the user is not responsible for maintaining the data. The data resides in another system and is maintained by another user or system. The user of the system being counted requires this data for reference purposes only.</a:t>
          </a:r>
        </a:p>
      </dsp:txBody>
      <dsp:txXfrm>
        <a:off x="1437631" y="1556410"/>
        <a:ext cx="9077968" cy="1244702"/>
      </dsp:txXfrm>
    </dsp:sp>
    <dsp:sp modelId="{B9036673-6624-477D-9943-19E546C4D779}">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BDB5A0-D9ED-448B-B47B-BC0834A46CB5}">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78F0F0-7F95-4C46-9042-CAE12F432653}">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dirty="0"/>
            <a:t>For example, it may be necessary for a pilot to reference position data from a satellite or ground-based facility during flight. The pilot does not have the responsibility for updating data at these sites but must reference it during the flight.</a:t>
          </a:r>
        </a:p>
      </dsp:txBody>
      <dsp:txXfrm>
        <a:off x="1437631" y="3112289"/>
        <a:ext cx="9077968" cy="12447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2C6009-E9F6-4005-959A-8C73FC65F394}">
      <dsp:nvSpPr>
        <dsp:cNvPr id="0" name=""/>
        <dsp:cNvSpPr/>
      </dsp:nvSpPr>
      <dsp:spPr>
        <a:xfrm>
          <a:off x="0" y="73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ECD3E8-BF9F-4FB0-A90E-6C61195CE0A5}">
      <dsp:nvSpPr>
        <dsp:cNvPr id="0" name=""/>
        <dsp:cNvSpPr/>
      </dsp:nvSpPr>
      <dsp:spPr>
        <a:xfrm>
          <a:off x="0" y="734"/>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Number of factors considered ( F</a:t>
          </a:r>
          <a:r>
            <a:rPr lang="en-US" sz="1800" i="1" kern="1200" baseline="-25000"/>
            <a:t>i </a:t>
          </a:r>
          <a:r>
            <a:rPr lang="en-US" sz="1800" kern="1200"/>
            <a:t>)</a:t>
          </a:r>
        </a:p>
      </dsp:txBody>
      <dsp:txXfrm>
        <a:off x="0" y="734"/>
        <a:ext cx="10515600" cy="400969"/>
      </dsp:txXfrm>
    </dsp:sp>
    <dsp:sp modelId="{2D8B2A0C-7F3C-4551-A9EB-CA59ED9A3613}">
      <dsp:nvSpPr>
        <dsp:cNvPr id="0" name=""/>
        <dsp:cNvSpPr/>
      </dsp:nvSpPr>
      <dsp:spPr>
        <a:xfrm>
          <a:off x="0" y="40170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A4B6B3-F0E9-4B3C-B54B-98BE319E65AA}">
      <dsp:nvSpPr>
        <dsp:cNvPr id="0" name=""/>
        <dsp:cNvSpPr/>
      </dsp:nvSpPr>
      <dsp:spPr>
        <a:xfrm>
          <a:off x="0" y="401703"/>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1.Does the system require reliable backup and recovery ?</a:t>
          </a:r>
        </a:p>
      </dsp:txBody>
      <dsp:txXfrm>
        <a:off x="0" y="401703"/>
        <a:ext cx="10515600" cy="400969"/>
      </dsp:txXfrm>
    </dsp:sp>
    <dsp:sp modelId="{EEF0FC57-EAD6-4E09-8A11-D50CFF97ED23}">
      <dsp:nvSpPr>
        <dsp:cNvPr id="0" name=""/>
        <dsp:cNvSpPr/>
      </dsp:nvSpPr>
      <dsp:spPr>
        <a:xfrm>
          <a:off x="0" y="80267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3DDA6C-C9FA-4232-AD16-A84C568E655A}">
      <dsp:nvSpPr>
        <dsp:cNvPr id="0" name=""/>
        <dsp:cNvSpPr/>
      </dsp:nvSpPr>
      <dsp:spPr>
        <a:xfrm>
          <a:off x="0" y="802673"/>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2.Is data communication required ?</a:t>
          </a:r>
        </a:p>
      </dsp:txBody>
      <dsp:txXfrm>
        <a:off x="0" y="802673"/>
        <a:ext cx="10515600" cy="400969"/>
      </dsp:txXfrm>
    </dsp:sp>
    <dsp:sp modelId="{2BF9BF77-0DE1-4E9D-BEE9-049AF5C1A3B1}">
      <dsp:nvSpPr>
        <dsp:cNvPr id="0" name=""/>
        <dsp:cNvSpPr/>
      </dsp:nvSpPr>
      <dsp:spPr>
        <a:xfrm>
          <a:off x="0" y="120364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81D609-17E8-408B-A190-EA8381DA9F0B}">
      <dsp:nvSpPr>
        <dsp:cNvPr id="0" name=""/>
        <dsp:cNvSpPr/>
      </dsp:nvSpPr>
      <dsp:spPr>
        <a:xfrm>
          <a:off x="0" y="1203643"/>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3.Are there distributed processing functions ?</a:t>
          </a:r>
        </a:p>
      </dsp:txBody>
      <dsp:txXfrm>
        <a:off x="0" y="1203643"/>
        <a:ext cx="10515600" cy="400969"/>
      </dsp:txXfrm>
    </dsp:sp>
    <dsp:sp modelId="{34A677DF-4634-4DE8-8130-5F389F435AAB}">
      <dsp:nvSpPr>
        <dsp:cNvPr id="0" name=""/>
        <dsp:cNvSpPr/>
      </dsp:nvSpPr>
      <dsp:spPr>
        <a:xfrm>
          <a:off x="0" y="160461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E37C95-EC15-48AA-8D4A-17E02D1B4C48}">
      <dsp:nvSpPr>
        <dsp:cNvPr id="0" name=""/>
        <dsp:cNvSpPr/>
      </dsp:nvSpPr>
      <dsp:spPr>
        <a:xfrm>
          <a:off x="0" y="1604612"/>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4.Is performance critical ?</a:t>
          </a:r>
        </a:p>
      </dsp:txBody>
      <dsp:txXfrm>
        <a:off x="0" y="1604612"/>
        <a:ext cx="10515600" cy="400969"/>
      </dsp:txXfrm>
    </dsp:sp>
    <dsp:sp modelId="{67F1F5E6-8E43-4B46-98C8-3EC32B41E254}">
      <dsp:nvSpPr>
        <dsp:cNvPr id="0" name=""/>
        <dsp:cNvSpPr/>
      </dsp:nvSpPr>
      <dsp:spPr>
        <a:xfrm>
          <a:off x="0" y="200558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DC9018-66EE-478A-A027-C86B0EA2C398}">
      <dsp:nvSpPr>
        <dsp:cNvPr id="0" name=""/>
        <dsp:cNvSpPr/>
      </dsp:nvSpPr>
      <dsp:spPr>
        <a:xfrm>
          <a:off x="0" y="2005582"/>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5.Will the system run in an existing heavily utilized operational environment ?</a:t>
          </a:r>
        </a:p>
      </dsp:txBody>
      <dsp:txXfrm>
        <a:off x="0" y="2005582"/>
        <a:ext cx="10515600" cy="400969"/>
      </dsp:txXfrm>
    </dsp:sp>
    <dsp:sp modelId="{F2C38306-CBB7-4EDA-BD34-7956AB2413EA}">
      <dsp:nvSpPr>
        <dsp:cNvPr id="0" name=""/>
        <dsp:cNvSpPr/>
      </dsp:nvSpPr>
      <dsp:spPr>
        <a:xfrm>
          <a:off x="0" y="240655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D0E828-F65B-44FF-A521-C2691AD0AAC5}">
      <dsp:nvSpPr>
        <dsp:cNvPr id="0" name=""/>
        <dsp:cNvSpPr/>
      </dsp:nvSpPr>
      <dsp:spPr>
        <a:xfrm>
          <a:off x="0" y="2406552"/>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6.Does the system require on line data entry ?</a:t>
          </a:r>
        </a:p>
      </dsp:txBody>
      <dsp:txXfrm>
        <a:off x="0" y="2406552"/>
        <a:ext cx="10515600" cy="400969"/>
      </dsp:txXfrm>
    </dsp:sp>
    <dsp:sp modelId="{5FD87A3C-C3A8-4BA8-87BA-0E32D96A9F1C}">
      <dsp:nvSpPr>
        <dsp:cNvPr id="0" name=""/>
        <dsp:cNvSpPr/>
      </dsp:nvSpPr>
      <dsp:spPr>
        <a:xfrm>
          <a:off x="0" y="280752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39B67E-9A41-48EC-A6A8-84BF9345197C}">
      <dsp:nvSpPr>
        <dsp:cNvPr id="0" name=""/>
        <dsp:cNvSpPr/>
      </dsp:nvSpPr>
      <dsp:spPr>
        <a:xfrm>
          <a:off x="0" y="2807521"/>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7.Does the on line data entry require the input transaction to be built over multiple screens or operations ?</a:t>
          </a:r>
        </a:p>
      </dsp:txBody>
      <dsp:txXfrm>
        <a:off x="0" y="2807521"/>
        <a:ext cx="10515600" cy="400969"/>
      </dsp:txXfrm>
    </dsp:sp>
    <dsp:sp modelId="{CF69F894-41DA-4485-AA50-AFB17E602853}">
      <dsp:nvSpPr>
        <dsp:cNvPr id="0" name=""/>
        <dsp:cNvSpPr/>
      </dsp:nvSpPr>
      <dsp:spPr>
        <a:xfrm>
          <a:off x="0" y="320849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415FBC-2C5E-4887-8CD9-9DD90A564C66}">
      <dsp:nvSpPr>
        <dsp:cNvPr id="0" name=""/>
        <dsp:cNvSpPr/>
      </dsp:nvSpPr>
      <dsp:spPr>
        <a:xfrm>
          <a:off x="0" y="3208491"/>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8.Are the master files updated on line ?</a:t>
          </a:r>
        </a:p>
      </dsp:txBody>
      <dsp:txXfrm>
        <a:off x="0" y="3208491"/>
        <a:ext cx="10515600" cy="400969"/>
      </dsp:txXfrm>
    </dsp:sp>
    <dsp:sp modelId="{262F1C52-8317-47CD-AA66-112132966DED}">
      <dsp:nvSpPr>
        <dsp:cNvPr id="0" name=""/>
        <dsp:cNvSpPr/>
      </dsp:nvSpPr>
      <dsp:spPr>
        <a:xfrm>
          <a:off x="0" y="360946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B7F65F-E86D-46CC-B9E8-3EA99A0626F4}">
      <dsp:nvSpPr>
        <dsp:cNvPr id="0" name=""/>
        <dsp:cNvSpPr/>
      </dsp:nvSpPr>
      <dsp:spPr>
        <a:xfrm>
          <a:off x="0" y="3609460"/>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9.Is the inputs, outputs, files, or inquiries complex ?</a:t>
          </a:r>
        </a:p>
      </dsp:txBody>
      <dsp:txXfrm>
        <a:off x="0" y="3609460"/>
        <a:ext cx="10515600" cy="400969"/>
      </dsp:txXfrm>
    </dsp:sp>
    <dsp:sp modelId="{F748754F-DA1B-4C71-920C-7431EA90803E}">
      <dsp:nvSpPr>
        <dsp:cNvPr id="0" name=""/>
        <dsp:cNvSpPr/>
      </dsp:nvSpPr>
      <dsp:spPr>
        <a:xfrm>
          <a:off x="0" y="401043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7E1E7D-BDDD-4404-9199-D443C38B567B}">
      <dsp:nvSpPr>
        <dsp:cNvPr id="0" name=""/>
        <dsp:cNvSpPr/>
      </dsp:nvSpPr>
      <dsp:spPr>
        <a:xfrm>
          <a:off x="0" y="4010430"/>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10.Is the internal processing complex ?</a:t>
          </a:r>
        </a:p>
      </dsp:txBody>
      <dsp:txXfrm>
        <a:off x="0" y="4010430"/>
        <a:ext cx="10515600" cy="400969"/>
      </dsp:txXfrm>
    </dsp:sp>
    <dsp:sp modelId="{AF4E42B0-ADDB-4C20-9732-57838A34E7DC}">
      <dsp:nvSpPr>
        <dsp:cNvPr id="0" name=""/>
        <dsp:cNvSpPr/>
      </dsp:nvSpPr>
      <dsp:spPr>
        <a:xfrm>
          <a:off x="0" y="441140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3410D6-D6D2-4B55-B343-6F1C88A3A2E3}">
      <dsp:nvSpPr>
        <dsp:cNvPr id="0" name=""/>
        <dsp:cNvSpPr/>
      </dsp:nvSpPr>
      <dsp:spPr>
        <a:xfrm>
          <a:off x="0" y="4411400"/>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11.Is the code designed to be reusable ?</a:t>
          </a:r>
        </a:p>
      </dsp:txBody>
      <dsp:txXfrm>
        <a:off x="0" y="4411400"/>
        <a:ext cx="10515600" cy="400969"/>
      </dsp:txXfrm>
    </dsp:sp>
    <dsp:sp modelId="{5547BB46-9668-4712-9492-E6387131A5A3}">
      <dsp:nvSpPr>
        <dsp:cNvPr id="0" name=""/>
        <dsp:cNvSpPr/>
      </dsp:nvSpPr>
      <dsp:spPr>
        <a:xfrm>
          <a:off x="0" y="48123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B1DF64-C562-4E4E-BB51-BC4827292B7F}">
      <dsp:nvSpPr>
        <dsp:cNvPr id="0" name=""/>
        <dsp:cNvSpPr/>
      </dsp:nvSpPr>
      <dsp:spPr>
        <a:xfrm>
          <a:off x="0" y="4812369"/>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12.Are conversion and installation included in the design ?</a:t>
          </a:r>
        </a:p>
      </dsp:txBody>
      <dsp:txXfrm>
        <a:off x="0" y="4812369"/>
        <a:ext cx="10515600" cy="400969"/>
      </dsp:txXfrm>
    </dsp:sp>
    <dsp:sp modelId="{480458F5-D1E6-479A-AEA8-F06451290F5C}">
      <dsp:nvSpPr>
        <dsp:cNvPr id="0" name=""/>
        <dsp:cNvSpPr/>
      </dsp:nvSpPr>
      <dsp:spPr>
        <a:xfrm>
          <a:off x="0" y="521333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00DC96-C7B5-4A9F-8AD4-F332607F9875}">
      <dsp:nvSpPr>
        <dsp:cNvPr id="0" name=""/>
        <dsp:cNvSpPr/>
      </dsp:nvSpPr>
      <dsp:spPr>
        <a:xfrm>
          <a:off x="0" y="5213339"/>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13.Is the system designed for multiple installations in different organizations ?</a:t>
          </a:r>
        </a:p>
      </dsp:txBody>
      <dsp:txXfrm>
        <a:off x="0" y="5213339"/>
        <a:ext cx="10515600" cy="400969"/>
      </dsp:txXfrm>
    </dsp:sp>
    <dsp:sp modelId="{E901A6C7-8B59-42A8-B739-B4CB4926F1A5}">
      <dsp:nvSpPr>
        <dsp:cNvPr id="0" name=""/>
        <dsp:cNvSpPr/>
      </dsp:nvSpPr>
      <dsp:spPr>
        <a:xfrm>
          <a:off x="0" y="561430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81949-09CA-48CA-ACE0-3287EE4AD39A}">
      <dsp:nvSpPr>
        <dsp:cNvPr id="0" name=""/>
        <dsp:cNvSpPr/>
      </dsp:nvSpPr>
      <dsp:spPr>
        <a:xfrm>
          <a:off x="0" y="5614309"/>
          <a:ext cx="10515600" cy="40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14.Is the application designed to facilitate change and ease of use by the user ?</a:t>
          </a:r>
        </a:p>
      </dsp:txBody>
      <dsp:txXfrm>
        <a:off x="0" y="5614309"/>
        <a:ext cx="10515600" cy="4009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B9585E-D7D9-48F5-B9F9-E801C383ABC9}">
      <dsp:nvSpPr>
        <dsp:cNvPr id="0" name=""/>
        <dsp:cNvSpPr/>
      </dsp:nvSpPr>
      <dsp:spPr>
        <a:xfrm>
          <a:off x="977775" y="1476763"/>
          <a:ext cx="787318" cy="78731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13241E-35D0-4182-85FA-BB3D0CA3443B}">
      <dsp:nvSpPr>
        <dsp:cNvPr id="0" name=""/>
        <dsp:cNvSpPr/>
      </dsp:nvSpPr>
      <dsp:spPr>
        <a:xfrm>
          <a:off x="1143112" y="1642100"/>
          <a:ext cx="456644" cy="456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BF7F30-0CBC-4F7E-9EE1-DA41BDE6257C}">
      <dsp:nvSpPr>
        <dsp:cNvPr id="0" name=""/>
        <dsp:cNvSpPr/>
      </dsp:nvSpPr>
      <dsp:spPr>
        <a:xfrm>
          <a:off x="1933804" y="1476763"/>
          <a:ext cx="1855821" cy="787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All the parameters mentioned in the Table 1 are assigned some weights that have been determined by experience.</a:t>
          </a:r>
        </a:p>
      </dsp:txBody>
      <dsp:txXfrm>
        <a:off x="1933804" y="1476763"/>
        <a:ext cx="1855821" cy="787318"/>
      </dsp:txXfrm>
    </dsp:sp>
    <dsp:sp modelId="{424EE495-0637-4EBB-80B7-8B75A3C7FF72}">
      <dsp:nvSpPr>
        <dsp:cNvPr id="0" name=""/>
        <dsp:cNvSpPr/>
      </dsp:nvSpPr>
      <dsp:spPr>
        <a:xfrm>
          <a:off x="977775" y="2594463"/>
          <a:ext cx="787318" cy="78731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25A24E-4243-4FBD-B110-2E709D7FDD78}">
      <dsp:nvSpPr>
        <dsp:cNvPr id="0" name=""/>
        <dsp:cNvSpPr/>
      </dsp:nvSpPr>
      <dsp:spPr>
        <a:xfrm>
          <a:off x="1143112" y="2759799"/>
          <a:ext cx="456644" cy="456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D0C8D8-965E-42F6-A4A8-BE3CDB571F96}">
      <dsp:nvSpPr>
        <dsp:cNvPr id="0" name=""/>
        <dsp:cNvSpPr/>
      </dsp:nvSpPr>
      <dsp:spPr>
        <a:xfrm>
          <a:off x="1933804" y="2594463"/>
          <a:ext cx="1855821" cy="787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The functional complexities are multiplied with the corresponding weights against each function, and the values are added up to determine the UFP (Unadjusted Function Point) of the subsystem.</a:t>
          </a:r>
        </a:p>
      </dsp:txBody>
      <dsp:txXfrm>
        <a:off x="1933804" y="2594463"/>
        <a:ext cx="1855821" cy="7873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AC94B-CB57-4125-B1D1-68F7F546C97B}">
      <dsp:nvSpPr>
        <dsp:cNvPr id="0" name=""/>
        <dsp:cNvSpPr/>
      </dsp:nvSpPr>
      <dsp:spPr>
        <a:xfrm>
          <a:off x="2044800" y="375668"/>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871C7E-43DD-4DD5-A98F-93CFF62899CF}">
      <dsp:nvSpPr>
        <dsp:cNvPr id="0" name=""/>
        <dsp:cNvSpPr/>
      </dsp:nvSpPr>
      <dsp:spPr>
        <a:xfrm>
          <a:off x="2512800" y="84366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A37971-ED3E-4367-9F00-E2C3C99A302A}">
      <dsp:nvSpPr>
        <dsp:cNvPr id="0" name=""/>
        <dsp:cNvSpPr/>
      </dsp:nvSpPr>
      <dsp:spPr>
        <a:xfrm>
          <a:off x="134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100000"/>
            </a:lnSpc>
            <a:spcBef>
              <a:spcPct val="0"/>
            </a:spcBef>
            <a:spcAft>
              <a:spcPct val="35000"/>
            </a:spcAft>
            <a:buNone/>
            <a:defRPr cap="all"/>
          </a:pPr>
          <a:r>
            <a:rPr lang="en-IN" sz="3800" kern="1200"/>
            <a:t>Thank you </a:t>
          </a:r>
          <a:endParaRPr lang="en-US" sz="3800" kern="1200"/>
        </a:p>
      </dsp:txBody>
      <dsp:txXfrm>
        <a:off x="1342800" y="3255669"/>
        <a:ext cx="3600000" cy="720000"/>
      </dsp:txXfrm>
    </dsp:sp>
    <dsp:sp modelId="{AA7C83A5-4E8D-47E6-98BF-96CF6E8C6EAD}">
      <dsp:nvSpPr>
        <dsp:cNvPr id="0" name=""/>
        <dsp:cNvSpPr/>
      </dsp:nvSpPr>
      <dsp:spPr>
        <a:xfrm>
          <a:off x="6274800" y="375668"/>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570B77-7113-40D9-B45C-8233896DC709}">
      <dsp:nvSpPr>
        <dsp:cNvPr id="0" name=""/>
        <dsp:cNvSpPr/>
      </dsp:nvSpPr>
      <dsp:spPr>
        <a:xfrm>
          <a:off x="6742800" y="843669"/>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B94BA3-545D-478D-AB75-1F7DBAC6D9D1}">
      <dsp:nvSpPr>
        <dsp:cNvPr id="0" name=""/>
        <dsp:cNvSpPr/>
      </dsp:nvSpPr>
      <dsp:spPr>
        <a:xfrm>
          <a:off x="557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100000"/>
            </a:lnSpc>
            <a:spcBef>
              <a:spcPct val="0"/>
            </a:spcBef>
            <a:spcAft>
              <a:spcPct val="35000"/>
            </a:spcAft>
            <a:buNone/>
            <a:defRPr cap="all"/>
          </a:pPr>
          <a:r>
            <a:rPr lang="en-IN" sz="3800" kern="1200"/>
            <a:t>any questions</a:t>
          </a:r>
          <a:endParaRPr lang="en-US" sz="3800" kern="1200"/>
        </a:p>
      </dsp:txBody>
      <dsp:txXfrm>
        <a:off x="5572800" y="3255669"/>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AE624-900D-43E4-B299-0D62F9364183}" type="datetimeFigureOut">
              <a:rPr lang="en-IN" smtClean="0"/>
              <a:t>27-07-2025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230D17-9CFA-4413-9DD7-D513655506D8}" type="slidenum">
              <a:rPr lang="en-IN" smtClean="0"/>
              <a:t>‹#›</a:t>
            </a:fld>
            <a:endParaRPr lang="en-IN"/>
          </a:p>
        </p:txBody>
      </p:sp>
    </p:spTree>
    <p:extLst>
      <p:ext uri="{BB962C8B-B14F-4D97-AF65-F5344CB8AC3E}">
        <p14:creationId xmlns:p14="http://schemas.microsoft.com/office/powerpoint/2010/main" val="722069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DF9B8C-3C45-45A9-96D6-16ED178FC0FF}" type="slidenum">
              <a:rPr lang="en-IN" smtClean="0"/>
              <a:t>1</a:t>
            </a:fld>
            <a:endParaRPr lang="en-IN"/>
          </a:p>
        </p:txBody>
      </p:sp>
    </p:spTree>
    <p:extLst>
      <p:ext uri="{BB962C8B-B14F-4D97-AF65-F5344CB8AC3E}">
        <p14:creationId xmlns:p14="http://schemas.microsoft.com/office/powerpoint/2010/main" val="2546881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2</a:t>
            </a:fld>
            <a:endParaRPr lang="en-IN"/>
          </a:p>
        </p:txBody>
      </p:sp>
    </p:spTree>
    <p:extLst>
      <p:ext uri="{BB962C8B-B14F-4D97-AF65-F5344CB8AC3E}">
        <p14:creationId xmlns:p14="http://schemas.microsoft.com/office/powerpoint/2010/main" val="2103879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3</a:t>
            </a:fld>
            <a:endParaRPr lang="en-IN"/>
          </a:p>
        </p:txBody>
      </p:sp>
    </p:spTree>
    <p:extLst>
      <p:ext uri="{BB962C8B-B14F-4D97-AF65-F5344CB8AC3E}">
        <p14:creationId xmlns:p14="http://schemas.microsoft.com/office/powerpoint/2010/main" val="515502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4</a:t>
            </a:fld>
            <a:endParaRPr lang="en-IN"/>
          </a:p>
        </p:txBody>
      </p:sp>
    </p:spTree>
    <p:extLst>
      <p:ext uri="{BB962C8B-B14F-4D97-AF65-F5344CB8AC3E}">
        <p14:creationId xmlns:p14="http://schemas.microsoft.com/office/powerpoint/2010/main" val="2737555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5</a:t>
            </a:fld>
            <a:endParaRPr lang="en-IN"/>
          </a:p>
        </p:txBody>
      </p:sp>
    </p:spTree>
    <p:extLst>
      <p:ext uri="{BB962C8B-B14F-4D97-AF65-F5344CB8AC3E}">
        <p14:creationId xmlns:p14="http://schemas.microsoft.com/office/powerpoint/2010/main" val="766439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6</a:t>
            </a:fld>
            <a:endParaRPr lang="en-IN"/>
          </a:p>
        </p:txBody>
      </p:sp>
    </p:spTree>
    <p:extLst>
      <p:ext uri="{BB962C8B-B14F-4D97-AF65-F5344CB8AC3E}">
        <p14:creationId xmlns:p14="http://schemas.microsoft.com/office/powerpoint/2010/main" val="2374227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7</a:t>
            </a:fld>
            <a:endParaRPr lang="en-IN"/>
          </a:p>
        </p:txBody>
      </p:sp>
    </p:spTree>
    <p:extLst>
      <p:ext uri="{BB962C8B-B14F-4D97-AF65-F5344CB8AC3E}">
        <p14:creationId xmlns:p14="http://schemas.microsoft.com/office/powerpoint/2010/main" val="2879696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8</a:t>
            </a:fld>
            <a:endParaRPr lang="en-IN"/>
          </a:p>
        </p:txBody>
      </p:sp>
    </p:spTree>
    <p:extLst>
      <p:ext uri="{BB962C8B-B14F-4D97-AF65-F5344CB8AC3E}">
        <p14:creationId xmlns:p14="http://schemas.microsoft.com/office/powerpoint/2010/main" val="983077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9</a:t>
            </a:fld>
            <a:endParaRPr lang="en-IN"/>
          </a:p>
        </p:txBody>
      </p:sp>
    </p:spTree>
    <p:extLst>
      <p:ext uri="{BB962C8B-B14F-4D97-AF65-F5344CB8AC3E}">
        <p14:creationId xmlns:p14="http://schemas.microsoft.com/office/powerpoint/2010/main" val="1970501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10</a:t>
            </a:fld>
            <a:endParaRPr lang="en-IN"/>
          </a:p>
        </p:txBody>
      </p:sp>
    </p:spTree>
    <p:extLst>
      <p:ext uri="{BB962C8B-B14F-4D97-AF65-F5344CB8AC3E}">
        <p14:creationId xmlns:p14="http://schemas.microsoft.com/office/powerpoint/2010/main" val="3142067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11</a:t>
            </a:fld>
            <a:endParaRPr lang="en-IN"/>
          </a:p>
        </p:txBody>
      </p:sp>
    </p:spTree>
    <p:extLst>
      <p:ext uri="{BB962C8B-B14F-4D97-AF65-F5344CB8AC3E}">
        <p14:creationId xmlns:p14="http://schemas.microsoft.com/office/powerpoint/2010/main" val="906880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12</a:t>
            </a:fld>
            <a:endParaRPr lang="en-IN"/>
          </a:p>
        </p:txBody>
      </p:sp>
    </p:spTree>
    <p:extLst>
      <p:ext uri="{BB962C8B-B14F-4D97-AF65-F5344CB8AC3E}">
        <p14:creationId xmlns:p14="http://schemas.microsoft.com/office/powerpoint/2010/main" val="457497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13</a:t>
            </a:fld>
            <a:endParaRPr lang="en-IN"/>
          </a:p>
        </p:txBody>
      </p:sp>
    </p:spTree>
    <p:extLst>
      <p:ext uri="{BB962C8B-B14F-4D97-AF65-F5344CB8AC3E}">
        <p14:creationId xmlns:p14="http://schemas.microsoft.com/office/powerpoint/2010/main" val="1877852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17</a:t>
            </a:fld>
            <a:endParaRPr lang="en-IN"/>
          </a:p>
        </p:txBody>
      </p:sp>
    </p:spTree>
    <p:extLst>
      <p:ext uri="{BB962C8B-B14F-4D97-AF65-F5344CB8AC3E}">
        <p14:creationId xmlns:p14="http://schemas.microsoft.com/office/powerpoint/2010/main" val="2495470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18</a:t>
            </a:fld>
            <a:endParaRPr lang="en-IN"/>
          </a:p>
        </p:txBody>
      </p:sp>
    </p:spTree>
    <p:extLst>
      <p:ext uri="{BB962C8B-B14F-4D97-AF65-F5344CB8AC3E}">
        <p14:creationId xmlns:p14="http://schemas.microsoft.com/office/powerpoint/2010/main" val="2811252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20</a:t>
            </a:fld>
            <a:endParaRPr lang="en-IN"/>
          </a:p>
        </p:txBody>
      </p:sp>
    </p:spTree>
    <p:extLst>
      <p:ext uri="{BB962C8B-B14F-4D97-AF65-F5344CB8AC3E}">
        <p14:creationId xmlns:p14="http://schemas.microsoft.com/office/powerpoint/2010/main" val="8383909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0D17-9CFA-4413-9DD7-D513655506D8}" type="slidenum">
              <a:rPr lang="en-IN" smtClean="0"/>
              <a:t>21</a:t>
            </a:fld>
            <a:endParaRPr lang="en-IN"/>
          </a:p>
        </p:txBody>
      </p:sp>
    </p:spTree>
    <p:extLst>
      <p:ext uri="{BB962C8B-B14F-4D97-AF65-F5344CB8AC3E}">
        <p14:creationId xmlns:p14="http://schemas.microsoft.com/office/powerpoint/2010/main" val="379924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290D98A-178D-4BC7-AC78-CDA51FB0413A}" type="slidenum">
              <a:rPr lang="en-IN" smtClean="0"/>
              <a:t>22</a:t>
            </a:fld>
            <a:endParaRPr lang="en-IN"/>
          </a:p>
        </p:txBody>
      </p:sp>
    </p:spTree>
    <p:extLst>
      <p:ext uri="{BB962C8B-B14F-4D97-AF65-F5344CB8AC3E}">
        <p14:creationId xmlns:p14="http://schemas.microsoft.com/office/powerpoint/2010/main" val="2459235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0.jpeg"/><Relationship Id="rId7" Type="http://schemas.openxmlformats.org/officeDocument/2006/relationships/diagramColors" Target="../diagrams/colors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FBB1BAE-C4F8-07BB-DF40-0B848E60EEB1}"/>
              </a:ext>
            </a:extLst>
          </p:cNvPr>
          <p:cNvSpPr>
            <a:spLocks noGrp="1" noChangeArrowheads="1"/>
          </p:cNvSpPr>
          <p:nvPr>
            <p:ph type="ctrTitle"/>
          </p:nvPr>
        </p:nvSpPr>
        <p:spPr>
          <a:xfrm>
            <a:off x="841247" y="1226933"/>
            <a:ext cx="10506455" cy="2276431"/>
          </a:xfrm>
        </p:spPr>
        <p:txBody>
          <a:bodyPr>
            <a:normAutofit/>
          </a:bodyPr>
          <a:lstStyle/>
          <a:p>
            <a:pPr>
              <a:defRPr/>
            </a:pPr>
            <a:r>
              <a:rPr lang="en-US" altLang="en-US" sz="8000" dirty="0"/>
              <a:t>Function Point Analysis</a:t>
            </a:r>
          </a:p>
        </p:txBody>
      </p:sp>
      <p:pic>
        <p:nvPicPr>
          <p:cNvPr id="10" name="Picture 9">
            <a:extLst>
              <a:ext uri="{FF2B5EF4-FFF2-40B4-BE49-F238E27FC236}">
                <a16:creationId xmlns:a16="http://schemas.microsoft.com/office/drawing/2014/main" id="{EB781AC4-7B77-42CD-92C6-640364D1448E}"/>
              </a:ext>
            </a:extLst>
          </p:cNvPr>
          <p:cNvPicPr>
            <a:picLocks noChangeAspect="1"/>
          </p:cNvPicPr>
          <p:nvPr/>
        </p:nvPicPr>
        <p:blipFill>
          <a:blip r:embed="rId3"/>
          <a:stretch>
            <a:fillRect/>
          </a:stretch>
        </p:blipFill>
        <p:spPr>
          <a:xfrm>
            <a:off x="9227127" y="79401"/>
            <a:ext cx="2697345" cy="966428"/>
          </a:xfrm>
          <a:prstGeom prst="rect">
            <a:avLst/>
          </a:prstGeom>
        </p:spPr>
      </p:pic>
      <p:sp>
        <p:nvSpPr>
          <p:cNvPr id="2" name="Rectangle 2">
            <a:extLst>
              <a:ext uri="{FF2B5EF4-FFF2-40B4-BE49-F238E27FC236}">
                <a16:creationId xmlns:a16="http://schemas.microsoft.com/office/drawing/2014/main" id="{AF90E322-6AA4-80F6-6443-46F94CC6402D}"/>
              </a:ext>
            </a:extLst>
          </p:cNvPr>
          <p:cNvSpPr txBox="1">
            <a:spLocks noChangeArrowheads="1"/>
          </p:cNvSpPr>
          <p:nvPr/>
        </p:nvSpPr>
        <p:spPr>
          <a:xfrm>
            <a:off x="841248" y="260505"/>
            <a:ext cx="10506455" cy="29078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r>
              <a:rPr lang="en-US" altLang="en-US" sz="1800" dirty="0"/>
              <a:t>CSET-324: Software Project Management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4F62A6-BABE-AAE9-66A3-109150DB8041}"/>
              </a:ext>
            </a:extLst>
          </p:cNvPr>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Introduction</a:t>
            </a:r>
          </a:p>
        </p:txBody>
      </p:sp>
      <p:grpSp>
        <p:nvGrpSpPr>
          <p:cNvPr id="34" name="Group 3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5" name="Rectangle 3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a:extLst>
              <a:ext uri="{FF2B5EF4-FFF2-40B4-BE49-F238E27FC236}">
                <a16:creationId xmlns:a16="http://schemas.microsoft.com/office/drawing/2014/main" id="{96EE664C-B4D3-9826-F52D-147B9B5A5C5B}"/>
              </a:ext>
            </a:extLst>
          </p:cNvPr>
          <p:cNvSpPr>
            <a:spLocks noChangeArrowheads="1"/>
          </p:cNvSpPr>
          <p:nvPr/>
        </p:nvSpPr>
        <p:spPr bwMode="auto">
          <a:xfrm>
            <a:off x="793660" y="2599509"/>
            <a:ext cx="10143668" cy="34355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1" i="0" u="none" strike="noStrike" cap="none" normalizeH="0" baseline="0" dirty="0">
                <a:ln>
                  <a:noFill/>
                </a:ln>
                <a:effectLst/>
              </a:rPr>
              <a:t>FPA measures the functional size</a:t>
            </a:r>
            <a:r>
              <a:rPr kumimoji="0" lang="en-US" altLang="en-US" sz="2200" b="0" i="0" u="none" strike="noStrike" cap="none" normalizeH="0" baseline="0" dirty="0">
                <a:ln>
                  <a:noFill/>
                </a:ln>
                <a:effectLst/>
              </a:rPr>
              <a:t> of a software application based on what it does for the user.</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It uses </a:t>
            </a:r>
            <a:r>
              <a:rPr kumimoji="0" lang="en-US" altLang="en-US" sz="2200" b="1" i="0" u="none" strike="noStrike" cap="none" normalizeH="0" baseline="0" dirty="0">
                <a:ln>
                  <a:noFill/>
                </a:ln>
                <a:effectLst/>
              </a:rPr>
              <a:t>Function Points</a:t>
            </a:r>
            <a:r>
              <a:rPr kumimoji="0" lang="en-US" altLang="en-US" sz="2200" b="0" i="0" u="none" strike="noStrike" cap="none" normalizeH="0" baseline="0" dirty="0">
                <a:ln>
                  <a:noFill/>
                </a:ln>
                <a:effectLst/>
              </a:rPr>
              <a:t> as a unit, similar to km or kg, instead of counting lines of code.</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Developed by </a:t>
            </a:r>
            <a:r>
              <a:rPr kumimoji="0" lang="en-US" altLang="en-US" sz="2200" b="1" i="0" u="none" strike="noStrike" cap="none" normalizeH="0" baseline="0" dirty="0">
                <a:ln>
                  <a:noFill/>
                </a:ln>
                <a:effectLst/>
              </a:rPr>
              <a:t>A.J. Albrecht at IBM</a:t>
            </a:r>
            <a:r>
              <a:rPr kumimoji="0" lang="en-US" altLang="en-US" sz="2200" b="0" i="0" u="none" strike="noStrike" cap="none" normalizeH="0" baseline="0" dirty="0">
                <a:ln>
                  <a:noFill/>
                </a:ln>
                <a:effectLst/>
              </a:rPr>
              <a:t> in the 1980s to improve software size estimation.</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The </a:t>
            </a:r>
            <a:r>
              <a:rPr kumimoji="0" lang="en-US" altLang="en-US" sz="2200" b="1" i="0" u="none" strike="noStrike" cap="none" normalizeH="0" baseline="0" dirty="0">
                <a:ln>
                  <a:noFill/>
                </a:ln>
                <a:effectLst/>
              </a:rPr>
              <a:t>International Function Point User Group (IFPUG)</a:t>
            </a:r>
            <a:r>
              <a:rPr kumimoji="0" lang="en-US" altLang="en-US" sz="2200" b="0" i="0" u="none" strike="noStrike" cap="none" normalizeH="0" baseline="0" dirty="0">
                <a:ln>
                  <a:noFill/>
                </a:ln>
                <a:effectLst/>
              </a:rPr>
              <a:t> was formed in 1986 to standardize the method.</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FPA is </a:t>
            </a:r>
            <a:r>
              <a:rPr kumimoji="0" lang="en-US" altLang="en-US" sz="2200" b="1" i="0" u="none" strike="noStrike" cap="none" normalizeH="0" baseline="0" dirty="0">
                <a:ln>
                  <a:noFill/>
                </a:ln>
                <a:effectLst/>
              </a:rPr>
              <a:t>technology-independent</a:t>
            </a:r>
            <a:r>
              <a:rPr kumimoji="0" lang="en-US" altLang="en-US" sz="2200" b="0" i="0" u="none" strike="noStrike" cap="none" normalizeH="0" baseline="0" dirty="0">
                <a:ln>
                  <a:noFill/>
                </a:ln>
                <a:effectLst/>
              </a:rPr>
              <a:t> and focuses on functionality delivered to the </a:t>
            </a:r>
            <a:r>
              <a:rPr kumimoji="0" lang="en-US" altLang="en-US" sz="2200" b="1" i="0" u="none" strike="noStrike" cap="none" normalizeH="0" baseline="0" dirty="0">
                <a:ln>
                  <a:noFill/>
                </a:ln>
                <a:effectLst/>
              </a:rPr>
              <a:t>end user</a:t>
            </a:r>
            <a:r>
              <a:rPr kumimoji="0" lang="en-US" altLang="en-US" sz="2200" b="0" i="0" u="none" strike="noStrike" cap="none" normalizeH="0" baseline="0" dirty="0">
                <a:ln>
                  <a:noFill/>
                </a:ln>
                <a:effectLst/>
              </a:rPr>
              <a:t>.</a:t>
            </a:r>
          </a:p>
        </p:txBody>
      </p:sp>
    </p:spTree>
    <p:extLst>
      <p:ext uri="{BB962C8B-B14F-4D97-AF65-F5344CB8AC3E}">
        <p14:creationId xmlns:p14="http://schemas.microsoft.com/office/powerpoint/2010/main" val="40334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81F32A-0180-927E-72EC-DC3E8CB3D4C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History of FP</a:t>
            </a:r>
          </a:p>
        </p:txBody>
      </p:sp>
      <p:pic>
        <p:nvPicPr>
          <p:cNvPr id="4" name="Content Placeholder 3" descr="A screenshot of a computer&#10;&#10;Description automatically generated">
            <a:extLst>
              <a:ext uri="{FF2B5EF4-FFF2-40B4-BE49-F238E27FC236}">
                <a16:creationId xmlns:a16="http://schemas.microsoft.com/office/drawing/2014/main" id="{18E23DF2-12DB-9ABB-C31F-173A079A7177}"/>
              </a:ext>
            </a:extLst>
          </p:cNvPr>
          <p:cNvPicPr>
            <a:picLocks noGrp="1" noChangeAspect="1"/>
          </p:cNvPicPr>
          <p:nvPr>
            <p:ph idx="1"/>
          </p:nvPr>
        </p:nvPicPr>
        <p:blipFill>
          <a:blip r:embed="rId3"/>
          <a:stretch>
            <a:fillRect/>
          </a:stretch>
        </p:blipFill>
        <p:spPr>
          <a:xfrm>
            <a:off x="432225" y="2238371"/>
            <a:ext cx="11327549" cy="3908003"/>
          </a:xfrm>
          <a:prstGeom prst="rect">
            <a:avLst/>
          </a:prstGeom>
        </p:spPr>
      </p:pic>
    </p:spTree>
    <p:extLst>
      <p:ext uri="{BB962C8B-B14F-4D97-AF65-F5344CB8AC3E}">
        <p14:creationId xmlns:p14="http://schemas.microsoft.com/office/powerpoint/2010/main" val="1876805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5" name="Rectangle 3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8AD581-EF59-76D0-5FD0-AF6F006CAC90}"/>
              </a:ext>
            </a:extLst>
          </p:cNvPr>
          <p:cNvSpPr>
            <a:spLocks noGrp="1"/>
          </p:cNvSpPr>
          <p:nvPr>
            <p:ph type="title"/>
          </p:nvPr>
        </p:nvSpPr>
        <p:spPr>
          <a:xfrm>
            <a:off x="1043631" y="809898"/>
            <a:ext cx="9942716" cy="1554480"/>
          </a:xfrm>
        </p:spPr>
        <p:txBody>
          <a:bodyPr anchor="ctr">
            <a:normAutofit/>
          </a:bodyPr>
          <a:lstStyle/>
          <a:p>
            <a:r>
              <a:rPr lang="en-US" sz="4800">
                <a:ea typeface="+mj-lt"/>
                <a:cs typeface="+mj-lt"/>
              </a:rPr>
              <a:t>FPA Key Concepts</a:t>
            </a:r>
            <a:endParaRPr lang="en-US" sz="4800"/>
          </a:p>
        </p:txBody>
      </p:sp>
      <p:sp>
        <p:nvSpPr>
          <p:cNvPr id="3" name="Content Placeholder 2">
            <a:extLst>
              <a:ext uri="{FF2B5EF4-FFF2-40B4-BE49-F238E27FC236}">
                <a16:creationId xmlns:a16="http://schemas.microsoft.com/office/drawing/2014/main" id="{73B4F26D-C6C4-91AC-2108-67E3590765D9}"/>
              </a:ext>
            </a:extLst>
          </p:cNvPr>
          <p:cNvSpPr>
            <a:spLocks noGrp="1"/>
          </p:cNvSpPr>
          <p:nvPr>
            <p:ph idx="1"/>
          </p:nvPr>
        </p:nvSpPr>
        <p:spPr>
          <a:xfrm>
            <a:off x="1045028" y="3017522"/>
            <a:ext cx="9941319" cy="3124658"/>
          </a:xfrm>
        </p:spPr>
        <p:txBody>
          <a:bodyPr vert="horz" lIns="91440" tIns="45720" rIns="91440" bIns="45720" rtlCol="0" anchor="ctr">
            <a:normAutofit/>
          </a:bodyPr>
          <a:lstStyle/>
          <a:p>
            <a:r>
              <a:rPr lang="en-US" sz="2200" dirty="0">
                <a:ea typeface="+mn-lt"/>
                <a:cs typeface="+mn-lt"/>
              </a:rPr>
              <a:t>The size in FPA is determined by counting the number of inputs, outputs, queries, internal files and external files in the system and adjusting that total for the functional complexity of the system.</a:t>
            </a:r>
            <a:endParaRPr lang="en-US" sz="2200" dirty="0"/>
          </a:p>
          <a:p>
            <a:pPr lvl="1"/>
            <a:r>
              <a:rPr lang="en-US" sz="1800" dirty="0">
                <a:ea typeface="+mn-lt"/>
                <a:cs typeface="+mn-lt"/>
              </a:rPr>
              <a:t>Data at Rest = Tables/Storage</a:t>
            </a:r>
            <a:endParaRPr lang="en-US" sz="1800" dirty="0"/>
          </a:p>
          <a:p>
            <a:pPr lvl="1"/>
            <a:r>
              <a:rPr lang="en-US" sz="1800" dirty="0">
                <a:ea typeface="+mn-lt"/>
                <a:cs typeface="+mn-lt"/>
              </a:rPr>
              <a:t>Data in motion = Transactions</a:t>
            </a:r>
            <a:endParaRPr lang="en-US" sz="1800" dirty="0"/>
          </a:p>
          <a:p>
            <a:r>
              <a:rPr lang="en-US" sz="2200" dirty="0">
                <a:ea typeface="+mn-lt"/>
                <a:cs typeface="+mn-lt"/>
              </a:rPr>
              <a:t>Application Boundary = Within the application to be developed</a:t>
            </a:r>
            <a:endParaRPr lang="en-US" sz="2200" dirty="0"/>
          </a:p>
          <a:p>
            <a:r>
              <a:rPr lang="en-US" sz="2200" dirty="0">
                <a:ea typeface="+mn-lt"/>
                <a:cs typeface="+mn-lt"/>
              </a:rPr>
              <a:t>Elementary process = A series of steps, which moves data (interwoven EPs form a system), smallest unit of activity that is meaningful to user.</a:t>
            </a:r>
            <a:endParaRPr lang="en-US" sz="2200" dirty="0"/>
          </a:p>
          <a:p>
            <a:endParaRPr lang="en-US" sz="2200" dirty="0"/>
          </a:p>
        </p:txBody>
      </p:sp>
      <p:cxnSp>
        <p:nvCxnSpPr>
          <p:cNvPr id="41" name="Straight Connector 4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8522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BE69402-EBC6-5FE8-9C20-052B47C4AE42}"/>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a:t>FPA Key Concepts</a:t>
            </a:r>
          </a:p>
        </p:txBody>
      </p:sp>
      <p:sp>
        <p:nvSpPr>
          <p:cNvPr id="23" name="Rectangle 22">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diagram of a business logic&#10;&#10;Description automatically generated">
            <a:extLst>
              <a:ext uri="{FF2B5EF4-FFF2-40B4-BE49-F238E27FC236}">
                <a16:creationId xmlns:a16="http://schemas.microsoft.com/office/drawing/2014/main" id="{4A69BB4B-7B28-62FF-4A7C-CA4B4ABA7E29}"/>
              </a:ext>
            </a:extLst>
          </p:cNvPr>
          <p:cNvPicPr>
            <a:picLocks noGrp="1" noChangeAspect="1"/>
          </p:cNvPicPr>
          <p:nvPr>
            <p:ph idx="1"/>
          </p:nvPr>
        </p:nvPicPr>
        <p:blipFill>
          <a:blip r:embed="rId3"/>
          <a:srcRect t="4329" r="2" b="2"/>
          <a:stretch/>
        </p:blipFill>
        <p:spPr>
          <a:xfrm>
            <a:off x="908304" y="2478024"/>
            <a:ext cx="6009855" cy="3694176"/>
          </a:xfrm>
          <a:prstGeom prst="rect">
            <a:avLst/>
          </a:prstGeom>
        </p:spPr>
      </p:pic>
      <p:sp>
        <p:nvSpPr>
          <p:cNvPr id="5" name="TextBox 4">
            <a:extLst>
              <a:ext uri="{FF2B5EF4-FFF2-40B4-BE49-F238E27FC236}">
                <a16:creationId xmlns:a16="http://schemas.microsoft.com/office/drawing/2014/main" id="{78F12235-F2FC-F028-0E8F-E1B103C06850}"/>
              </a:ext>
            </a:extLst>
          </p:cNvPr>
          <p:cNvSpPr txBox="1"/>
          <p:nvPr/>
        </p:nvSpPr>
        <p:spPr>
          <a:xfrm>
            <a:off x="7411453" y="2478024"/>
            <a:ext cx="3872243" cy="369417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dirty="0"/>
              <a:t>The application boundary carries user context </a:t>
            </a:r>
          </a:p>
          <a:p>
            <a:pPr marL="285750" indent="-228600">
              <a:lnSpc>
                <a:spcPct val="90000"/>
              </a:lnSpc>
              <a:spcAft>
                <a:spcPts val="600"/>
              </a:spcAft>
              <a:buFont typeface="Arial" panose="020B0604020202020204" pitchFamily="34" charset="0"/>
              <a:buChar char="•"/>
            </a:pPr>
            <a:r>
              <a:rPr lang="en-US" dirty="0"/>
              <a:t>The boundary is not a technical concept</a:t>
            </a:r>
          </a:p>
          <a:p>
            <a:pPr marL="285750" indent="-228600">
              <a:lnSpc>
                <a:spcPct val="90000"/>
              </a:lnSpc>
              <a:spcAft>
                <a:spcPts val="600"/>
              </a:spcAft>
              <a:buFont typeface="Arial" panose="020B0604020202020204" pitchFamily="34" charset="0"/>
              <a:buChar char="•"/>
            </a:pPr>
            <a:r>
              <a:rPr lang="en-US" dirty="0"/>
              <a:t>The data residing inside Business the boundary is data at rest</a:t>
            </a:r>
          </a:p>
          <a:p>
            <a:pPr marL="285750" indent="-228600">
              <a:lnSpc>
                <a:spcPct val="90000"/>
              </a:lnSpc>
              <a:spcAft>
                <a:spcPts val="600"/>
              </a:spcAft>
              <a:buFont typeface="Arial" panose="020B0604020202020204" pitchFamily="34" charset="0"/>
              <a:buChar char="•"/>
            </a:pPr>
            <a:r>
              <a:rPr lang="en-US" dirty="0"/>
              <a:t>The data moving into or Reports/Outputs out of boundary is data in motion</a:t>
            </a:r>
          </a:p>
          <a:p>
            <a:pPr marL="285750" indent="-228600">
              <a:lnSpc>
                <a:spcPct val="90000"/>
              </a:lnSpc>
              <a:spcAft>
                <a:spcPts val="600"/>
              </a:spcAft>
              <a:buFont typeface="Arial" panose="020B0604020202020204" pitchFamily="34" charset="0"/>
              <a:buChar char="•"/>
            </a:pPr>
            <a:r>
              <a:rPr lang="en-US" dirty="0"/>
              <a:t>Each of these are categorized to estimate the size</a:t>
            </a:r>
          </a:p>
          <a:p>
            <a:pPr indent="-228600">
              <a:lnSpc>
                <a:spcPct val="90000"/>
              </a:lnSpc>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1637081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0E3707-ACC8-59AC-F2D8-67FD5D96B9E3}"/>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4600" kern="1200">
                <a:solidFill>
                  <a:schemeClr val="tx1"/>
                </a:solidFill>
                <a:latin typeface="+mj-lt"/>
                <a:ea typeface="+mj-ea"/>
                <a:cs typeface="+mj-cs"/>
              </a:rPr>
              <a:t>Components of FPA</a:t>
            </a:r>
          </a:p>
        </p:txBody>
      </p:sp>
      <p:sp>
        <p:nvSpPr>
          <p:cNvPr id="15"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system&#10;&#10;Description automatically generated">
            <a:extLst>
              <a:ext uri="{FF2B5EF4-FFF2-40B4-BE49-F238E27FC236}">
                <a16:creationId xmlns:a16="http://schemas.microsoft.com/office/drawing/2014/main" id="{CD06E175-6641-4B0F-8829-4977DD1F8075}"/>
              </a:ext>
            </a:extLst>
          </p:cNvPr>
          <p:cNvPicPr>
            <a:picLocks noGrp="1" noChangeAspect="1"/>
          </p:cNvPicPr>
          <p:nvPr>
            <p:ph idx="1"/>
          </p:nvPr>
        </p:nvPicPr>
        <p:blipFill>
          <a:blip r:embed="rId3"/>
          <a:stretch>
            <a:fillRect/>
          </a:stretch>
        </p:blipFill>
        <p:spPr>
          <a:xfrm>
            <a:off x="4654296" y="933054"/>
            <a:ext cx="6894576" cy="3309396"/>
          </a:xfrm>
          <a:prstGeom prst="rect">
            <a:avLst/>
          </a:prstGeom>
        </p:spPr>
      </p:pic>
      <p:sp>
        <p:nvSpPr>
          <p:cNvPr id="5" name="TextBox 4">
            <a:extLst>
              <a:ext uri="{FF2B5EF4-FFF2-40B4-BE49-F238E27FC236}">
                <a16:creationId xmlns:a16="http://schemas.microsoft.com/office/drawing/2014/main" id="{018B6E19-BE6C-AF87-5EA6-40BE049C166F}"/>
              </a:ext>
            </a:extLst>
          </p:cNvPr>
          <p:cNvSpPr txBox="1"/>
          <p:nvPr/>
        </p:nvSpPr>
        <p:spPr>
          <a:xfrm>
            <a:off x="4654296" y="4798577"/>
            <a:ext cx="6894576" cy="142848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200"/>
              <a:t>Two Data Function Types (ILF, EIF)</a:t>
            </a:r>
          </a:p>
          <a:p>
            <a:pPr indent="-228600">
              <a:lnSpc>
                <a:spcPct val="90000"/>
              </a:lnSpc>
              <a:spcAft>
                <a:spcPts val="600"/>
              </a:spcAft>
              <a:buFont typeface="Arial" panose="020B0604020202020204" pitchFamily="34" charset="0"/>
              <a:buChar char="•"/>
            </a:pPr>
            <a:r>
              <a:rPr lang="en-US" sz="2200"/>
              <a:t> Three Transactional Function Types. (EI, EO, IQ)</a:t>
            </a:r>
          </a:p>
        </p:txBody>
      </p:sp>
      <p:sp>
        <p:nvSpPr>
          <p:cNvPr id="6" name="TextBox 5">
            <a:extLst>
              <a:ext uri="{FF2B5EF4-FFF2-40B4-BE49-F238E27FC236}">
                <a16:creationId xmlns:a16="http://schemas.microsoft.com/office/drawing/2014/main" id="{7EB213F5-6437-9977-B513-2EBEE2EDFE49}"/>
              </a:ext>
            </a:extLst>
          </p:cNvPr>
          <p:cNvSpPr txBox="1"/>
          <p:nvPr/>
        </p:nvSpPr>
        <p:spPr>
          <a:xfrm>
            <a:off x="6095034" y="2230134"/>
            <a:ext cx="5403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spcAft>
                <a:spcPts val="600"/>
              </a:spcAft>
            </a:pPr>
            <a:r>
              <a:rPr lang="en-US" dirty="0"/>
              <a:t>(EI)</a:t>
            </a:r>
            <a:endParaRPr lang="en-US"/>
          </a:p>
        </p:txBody>
      </p:sp>
      <p:sp>
        <p:nvSpPr>
          <p:cNvPr id="7" name="TextBox 6">
            <a:extLst>
              <a:ext uri="{FF2B5EF4-FFF2-40B4-BE49-F238E27FC236}">
                <a16:creationId xmlns:a16="http://schemas.microsoft.com/office/drawing/2014/main" id="{6B6CC30F-1B75-099A-9129-FDABB7B3B13C}"/>
              </a:ext>
            </a:extLst>
          </p:cNvPr>
          <p:cNvSpPr txBox="1"/>
          <p:nvPr/>
        </p:nvSpPr>
        <p:spPr>
          <a:xfrm>
            <a:off x="6093940" y="3431653"/>
            <a:ext cx="7455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dirty="0">
                <a:ea typeface="+mn-lt"/>
                <a:cs typeface="+mn-lt"/>
              </a:rPr>
              <a:t>(EO)</a:t>
            </a:r>
            <a:endParaRPr lang="en-US">
              <a:ea typeface="+mn-lt"/>
              <a:cs typeface="+mn-lt"/>
            </a:endParaRPr>
          </a:p>
        </p:txBody>
      </p:sp>
      <p:sp>
        <p:nvSpPr>
          <p:cNvPr id="8" name="TextBox 7">
            <a:extLst>
              <a:ext uri="{FF2B5EF4-FFF2-40B4-BE49-F238E27FC236}">
                <a16:creationId xmlns:a16="http://schemas.microsoft.com/office/drawing/2014/main" id="{F37AD442-57F1-ED72-BC3E-DF4B3B5BD98A}"/>
              </a:ext>
            </a:extLst>
          </p:cNvPr>
          <p:cNvSpPr txBox="1"/>
          <p:nvPr/>
        </p:nvSpPr>
        <p:spPr>
          <a:xfrm>
            <a:off x="8304718" y="1719684"/>
            <a:ext cx="6631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dirty="0"/>
              <a:t>(EQ)</a:t>
            </a:r>
            <a:endParaRPr lang="en-US"/>
          </a:p>
        </p:txBody>
      </p:sp>
    </p:spTree>
    <p:extLst>
      <p:ext uri="{BB962C8B-B14F-4D97-AF65-F5344CB8AC3E}">
        <p14:creationId xmlns:p14="http://schemas.microsoft.com/office/powerpoint/2010/main" val="159743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F3ECD2-C1DA-35FA-DAEB-F9E1A79C78A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Elementary Processes</a:t>
            </a:r>
          </a:p>
        </p:txBody>
      </p:sp>
      <p:pic>
        <p:nvPicPr>
          <p:cNvPr id="4" name="Content Placeholder 3" descr="A screenshot of a computer&#10;&#10;Description automatically generated">
            <a:extLst>
              <a:ext uri="{FF2B5EF4-FFF2-40B4-BE49-F238E27FC236}">
                <a16:creationId xmlns:a16="http://schemas.microsoft.com/office/drawing/2014/main" id="{5A409EC4-E382-FC8D-7DF1-2B6FB15F1B33}"/>
              </a:ext>
            </a:extLst>
          </p:cNvPr>
          <p:cNvPicPr>
            <a:picLocks noGrp="1" noChangeAspect="1"/>
          </p:cNvPicPr>
          <p:nvPr>
            <p:ph idx="1"/>
          </p:nvPr>
        </p:nvPicPr>
        <p:blipFill>
          <a:blip r:embed="rId3"/>
          <a:stretch>
            <a:fillRect/>
          </a:stretch>
        </p:blipFill>
        <p:spPr>
          <a:xfrm>
            <a:off x="432225" y="2054299"/>
            <a:ext cx="11327549" cy="4276147"/>
          </a:xfrm>
          <a:prstGeom prst="rect">
            <a:avLst/>
          </a:prstGeom>
        </p:spPr>
      </p:pic>
    </p:spTree>
    <p:extLst>
      <p:ext uri="{BB962C8B-B14F-4D97-AF65-F5344CB8AC3E}">
        <p14:creationId xmlns:p14="http://schemas.microsoft.com/office/powerpoint/2010/main" val="945450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6E754F-D300-C022-7C29-D720B8B9E119}"/>
              </a:ext>
            </a:extLst>
          </p:cNvPr>
          <p:cNvSpPr>
            <a:spLocks noGrp="1"/>
          </p:cNvSpPr>
          <p:nvPr>
            <p:ph type="title"/>
          </p:nvPr>
        </p:nvSpPr>
        <p:spPr>
          <a:xfrm>
            <a:off x="838200" y="557188"/>
            <a:ext cx="10515600" cy="1133499"/>
          </a:xfrm>
        </p:spPr>
        <p:txBody>
          <a:bodyPr>
            <a:normAutofit/>
          </a:bodyPr>
          <a:lstStyle/>
          <a:p>
            <a:pPr algn="ctr"/>
            <a:r>
              <a:rPr lang="en-US" sz="5200">
                <a:ea typeface="+mj-lt"/>
                <a:cs typeface="+mj-lt"/>
              </a:rPr>
              <a:t>1. Internal Logical Files (ILF)</a:t>
            </a:r>
            <a:endParaRPr lang="en-US" sz="5200"/>
          </a:p>
        </p:txBody>
      </p:sp>
      <p:graphicFrame>
        <p:nvGraphicFramePr>
          <p:cNvPr id="21" name="Content Placeholder 2">
            <a:extLst>
              <a:ext uri="{FF2B5EF4-FFF2-40B4-BE49-F238E27FC236}">
                <a16:creationId xmlns:a16="http://schemas.microsoft.com/office/drawing/2014/main" id="{3E8D04D1-8814-4474-3230-E16F6BEA26E7}"/>
              </a:ext>
            </a:extLst>
          </p:cNvPr>
          <p:cNvGraphicFramePr>
            <a:graphicFrameLocks noGrp="1"/>
          </p:cNvGraphicFramePr>
          <p:nvPr>
            <p:ph idx="1"/>
            <p:extLst>
              <p:ext uri="{D42A27DB-BD31-4B8C-83A1-F6EECF244321}">
                <p14:modId xmlns:p14="http://schemas.microsoft.com/office/powerpoint/2010/main" val="2194392270"/>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7337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5D75DC-B760-1C16-7679-F4FD6DE1ACC1}"/>
              </a:ext>
            </a:extLst>
          </p:cNvPr>
          <p:cNvSpPr>
            <a:spLocks noGrp="1"/>
          </p:cNvSpPr>
          <p:nvPr>
            <p:ph type="title"/>
          </p:nvPr>
        </p:nvSpPr>
        <p:spPr>
          <a:xfrm>
            <a:off x="841248" y="256032"/>
            <a:ext cx="10506456" cy="1014984"/>
          </a:xfrm>
        </p:spPr>
        <p:txBody>
          <a:bodyPr anchor="b">
            <a:normAutofit/>
          </a:bodyPr>
          <a:lstStyle/>
          <a:p>
            <a:pPr>
              <a:spcBef>
                <a:spcPts val="1000"/>
              </a:spcBef>
            </a:pPr>
            <a:r>
              <a:rPr lang="en-US" dirty="0">
                <a:latin typeface="Arial"/>
                <a:cs typeface="Arial"/>
              </a:rPr>
              <a:t>2. External Interface Files (EIF)</a:t>
            </a:r>
            <a:endParaRPr lang="en-US"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5737DE9-749D-43F2-3034-66D23A739829}"/>
              </a:ext>
            </a:extLst>
          </p:cNvPr>
          <p:cNvGraphicFramePr>
            <a:graphicFrameLocks noGrp="1"/>
          </p:cNvGraphicFramePr>
          <p:nvPr>
            <p:ph idx="1"/>
            <p:extLst>
              <p:ext uri="{D42A27DB-BD31-4B8C-83A1-F6EECF244321}">
                <p14:modId xmlns:p14="http://schemas.microsoft.com/office/powerpoint/2010/main" val="166618759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8062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E8E777-35F6-A12B-74C8-5F9DECD690DB}"/>
              </a:ext>
            </a:extLst>
          </p:cNvPr>
          <p:cNvSpPr>
            <a:spLocks noGrp="1"/>
          </p:cNvSpPr>
          <p:nvPr>
            <p:ph type="title"/>
          </p:nvPr>
        </p:nvSpPr>
        <p:spPr>
          <a:xfrm>
            <a:off x="1371599" y="294538"/>
            <a:ext cx="9895951" cy="1033669"/>
          </a:xfrm>
        </p:spPr>
        <p:txBody>
          <a:bodyPr>
            <a:normAutofit/>
          </a:bodyPr>
          <a:lstStyle/>
          <a:p>
            <a:r>
              <a:rPr lang="en-US" sz="4000">
                <a:solidFill>
                  <a:srgbClr val="FFFFFF"/>
                </a:solidFill>
                <a:ea typeface="+mj-lt"/>
                <a:cs typeface="+mj-lt"/>
              </a:rPr>
              <a:t>Transactional Functions</a:t>
            </a:r>
            <a:endParaRPr lang="en-US" sz="4000">
              <a:solidFill>
                <a:srgbClr val="FFFFFF"/>
              </a:solidFill>
            </a:endParaRPr>
          </a:p>
        </p:txBody>
      </p:sp>
      <p:sp>
        <p:nvSpPr>
          <p:cNvPr id="62" name="Content Placeholder 2">
            <a:extLst>
              <a:ext uri="{FF2B5EF4-FFF2-40B4-BE49-F238E27FC236}">
                <a16:creationId xmlns:a16="http://schemas.microsoft.com/office/drawing/2014/main" id="{12057C81-93B5-4E47-0D15-8519299DFB46}"/>
              </a:ext>
            </a:extLst>
          </p:cNvPr>
          <p:cNvSpPr>
            <a:spLocks noGrp="1"/>
          </p:cNvSpPr>
          <p:nvPr>
            <p:ph idx="1"/>
          </p:nvPr>
        </p:nvSpPr>
        <p:spPr>
          <a:xfrm>
            <a:off x="680484" y="1891970"/>
            <a:ext cx="10802679" cy="4671492"/>
          </a:xfrm>
        </p:spPr>
        <p:txBody>
          <a:bodyPr vert="horz" lIns="91440" tIns="45720" rIns="91440" bIns="45720" rtlCol="0" anchor="ctr">
            <a:normAutofit/>
          </a:bodyPr>
          <a:lstStyle/>
          <a:p>
            <a:pPr algn="just"/>
            <a:r>
              <a:rPr lang="en-US" sz="2000" dirty="0">
                <a:ea typeface="+mn-lt"/>
                <a:cs typeface="+mn-lt"/>
              </a:rPr>
              <a:t>These functions address the user's capability to access the data contained in ILFs and EIFs. This capability includes maintaining, inquiring and outputting of data. These are referred to as Transactional Functions.</a:t>
            </a:r>
          </a:p>
          <a:p>
            <a:pPr marL="0" indent="0" algn="just">
              <a:buNone/>
            </a:pPr>
            <a:endParaRPr lang="en-US" sz="2000" dirty="0"/>
          </a:p>
          <a:p>
            <a:pPr marL="514350" indent="-514350" algn="just">
              <a:buAutoNum type="arabicParenR"/>
            </a:pPr>
            <a:r>
              <a:rPr lang="en-US" sz="2000" b="1" dirty="0">
                <a:ea typeface="+mn-lt"/>
                <a:cs typeface="+mn-lt"/>
              </a:rPr>
              <a:t>External Inputs (El)</a:t>
            </a:r>
            <a:endParaRPr lang="en-US" sz="2000" b="1" dirty="0"/>
          </a:p>
          <a:p>
            <a:pPr marL="0" indent="0" algn="just">
              <a:buNone/>
            </a:pPr>
            <a:r>
              <a:rPr lang="en-US" sz="2000" dirty="0">
                <a:ea typeface="+mn-lt"/>
                <a:cs typeface="+mn-lt"/>
              </a:rPr>
              <a:t>It gives the user the capability to maintain the data in ILF's through adding, changing and deleting its contents. In this case the pilot is utilizing a transaction referred to as an External Input (EI). </a:t>
            </a:r>
          </a:p>
          <a:p>
            <a:pPr marL="0" indent="0" algn="just">
              <a:buNone/>
            </a:pPr>
            <a:r>
              <a:rPr lang="en-US" sz="2000" dirty="0">
                <a:ea typeface="+mn-lt"/>
                <a:cs typeface="+mn-lt"/>
              </a:rPr>
              <a:t>For example, a pilot can add, change and delete navigational information prior to and during the mission.</a:t>
            </a:r>
            <a:endParaRPr lang="en-US" sz="2000" dirty="0"/>
          </a:p>
          <a:p>
            <a:pPr algn="just">
              <a:buNone/>
            </a:pPr>
            <a:endParaRPr lang="en-US" sz="2000" dirty="0"/>
          </a:p>
          <a:p>
            <a:pPr algn="just">
              <a:buAutoNum type="arabicParenR"/>
            </a:pPr>
            <a:endParaRPr lang="en-US" sz="2000" dirty="0"/>
          </a:p>
          <a:p>
            <a:pPr algn="just">
              <a:buAutoNum type="arabicParenR"/>
            </a:pPr>
            <a:endParaRPr lang="en-US" sz="2000" dirty="0"/>
          </a:p>
          <a:p>
            <a:pPr algn="just">
              <a:buAutoNum type="arabicParenR"/>
            </a:pPr>
            <a:endParaRPr lang="en-US" sz="2000" dirty="0"/>
          </a:p>
        </p:txBody>
      </p:sp>
    </p:spTree>
    <p:extLst>
      <p:ext uri="{BB962C8B-B14F-4D97-AF65-F5344CB8AC3E}">
        <p14:creationId xmlns:p14="http://schemas.microsoft.com/office/powerpoint/2010/main" val="385117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76FC43-6A23-AB51-417E-0AF2E819BD60}"/>
              </a:ext>
            </a:extLst>
          </p:cNvPr>
          <p:cNvSpPr>
            <a:spLocks noGrp="1"/>
          </p:cNvSpPr>
          <p:nvPr>
            <p:ph type="title"/>
          </p:nvPr>
        </p:nvSpPr>
        <p:spPr>
          <a:xfrm>
            <a:off x="808638" y="386930"/>
            <a:ext cx="9236700" cy="1188950"/>
          </a:xfrm>
        </p:spPr>
        <p:txBody>
          <a:bodyPr anchor="b">
            <a:normAutofit/>
          </a:bodyPr>
          <a:lstStyle/>
          <a:p>
            <a:r>
              <a:rPr lang="en-US" sz="5400">
                <a:ea typeface="+mj-lt"/>
                <a:cs typeface="+mj-lt"/>
              </a:rPr>
              <a:t>Transactional Functions</a:t>
            </a:r>
            <a:endParaRPr lang="en-US" sz="5400"/>
          </a:p>
        </p:txBody>
      </p:sp>
      <p:grpSp>
        <p:nvGrpSpPr>
          <p:cNvPr id="21" name="Group 2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2" name="Rectangle 2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70972F3D-BBAC-2087-BC0D-8629127FC849}"/>
              </a:ext>
            </a:extLst>
          </p:cNvPr>
          <p:cNvSpPr>
            <a:spLocks noGrp="1"/>
          </p:cNvSpPr>
          <p:nvPr>
            <p:ph idx="1"/>
          </p:nvPr>
        </p:nvSpPr>
        <p:spPr>
          <a:xfrm>
            <a:off x="496919" y="2599509"/>
            <a:ext cx="10440409" cy="3418519"/>
          </a:xfrm>
        </p:spPr>
        <p:txBody>
          <a:bodyPr vert="horz" lIns="91440" tIns="45720" rIns="91440" bIns="45720" rtlCol="0" anchor="ctr">
            <a:noAutofit/>
          </a:bodyPr>
          <a:lstStyle/>
          <a:p>
            <a:pPr marL="0" indent="0">
              <a:buNone/>
            </a:pPr>
            <a:r>
              <a:rPr lang="en-US" sz="1800" b="1" dirty="0">
                <a:ea typeface="+mn-lt"/>
                <a:cs typeface="+mn-lt"/>
              </a:rPr>
              <a:t>2) External Output (EO)</a:t>
            </a:r>
            <a:endParaRPr lang="en-US" sz="1800" b="1" dirty="0"/>
          </a:p>
          <a:p>
            <a:pPr marL="0" indent="0">
              <a:buNone/>
            </a:pPr>
            <a:r>
              <a:rPr lang="en-US" sz="1800" dirty="0">
                <a:ea typeface="+mn-lt"/>
                <a:cs typeface="+mn-lt"/>
              </a:rPr>
              <a:t>This Transactional Function gives the user the ability to produce outputs. </a:t>
            </a:r>
          </a:p>
          <a:p>
            <a:pPr marL="0" indent="0">
              <a:buNone/>
            </a:pPr>
            <a:r>
              <a:rPr lang="en-US" sz="1800" dirty="0">
                <a:ea typeface="+mn-lt"/>
                <a:cs typeface="+mn-lt"/>
              </a:rPr>
              <a:t>For example, a pilot has the ability to separately display ground speed, true air speed and calibrated air speed. The results displayed are derived using data that is maintained and data that is referenced. In function point terminology the resulting display is called an External Output (EO).</a:t>
            </a:r>
            <a:endParaRPr lang="en-US" sz="1800" dirty="0"/>
          </a:p>
          <a:p>
            <a:pPr marL="0" indent="0">
              <a:buNone/>
            </a:pPr>
            <a:r>
              <a:rPr lang="en-US" sz="1800" b="1" dirty="0">
                <a:ea typeface="+mn-lt"/>
                <a:cs typeface="+mn-lt"/>
              </a:rPr>
              <a:t>3) External Queries (EQ)</a:t>
            </a:r>
            <a:endParaRPr lang="en-US" sz="1800" b="1" dirty="0"/>
          </a:p>
          <a:p>
            <a:pPr marL="0" indent="0">
              <a:buNone/>
            </a:pPr>
            <a:r>
              <a:rPr lang="en-US" sz="1800" dirty="0">
                <a:ea typeface="+mn-lt"/>
                <a:cs typeface="+mn-lt"/>
              </a:rPr>
              <a:t>This Transactional Functions addresses the requirement to select and display specific data from files. To accomplish this a user inputs selection information that is used to retrieve data that meets the specific criteria. In this situation there is no manipulation of the data. It is a direct retrieval of information contained on the files. </a:t>
            </a:r>
          </a:p>
          <a:p>
            <a:pPr marL="0" indent="0">
              <a:buNone/>
            </a:pPr>
            <a:r>
              <a:rPr lang="en-US" sz="1800" dirty="0">
                <a:ea typeface="+mn-lt"/>
                <a:cs typeface="+mn-lt"/>
              </a:rPr>
              <a:t>For example, if a pilot displays terrain clearance data that was previously set, the resulting output is the direct retrieval of stored information. These transactions are referred to as External Inquiries (EQ).</a:t>
            </a:r>
            <a:endParaRPr lang="en-US" sz="1800" dirty="0"/>
          </a:p>
        </p:txBody>
      </p:sp>
    </p:spTree>
    <p:extLst>
      <p:ext uri="{BB962C8B-B14F-4D97-AF65-F5344CB8AC3E}">
        <p14:creationId xmlns:p14="http://schemas.microsoft.com/office/powerpoint/2010/main" val="1427372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8365515-2FE6-3E4D-8F88-3D719C5761D5}"/>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Elementary Processes through E-Commerce example</a:t>
            </a:r>
          </a:p>
        </p:txBody>
      </p:sp>
      <p:pic>
        <p:nvPicPr>
          <p:cNvPr id="4" name="Content Placeholder 3" descr="A diagram of a software application&#10;&#10;Description automatically generated">
            <a:extLst>
              <a:ext uri="{FF2B5EF4-FFF2-40B4-BE49-F238E27FC236}">
                <a16:creationId xmlns:a16="http://schemas.microsoft.com/office/drawing/2014/main" id="{B0304336-E2A3-0F6E-6D4B-38E6BAD1D293}"/>
              </a:ext>
            </a:extLst>
          </p:cNvPr>
          <p:cNvPicPr>
            <a:picLocks noGrp="1" noChangeAspect="1"/>
          </p:cNvPicPr>
          <p:nvPr>
            <p:ph idx="1"/>
          </p:nvPr>
        </p:nvPicPr>
        <p:blipFill>
          <a:blip r:embed="rId3"/>
          <a:stretch>
            <a:fillRect/>
          </a:stretch>
        </p:blipFill>
        <p:spPr>
          <a:xfrm>
            <a:off x="4502428" y="1243212"/>
            <a:ext cx="7225748" cy="4371576"/>
          </a:xfrm>
          <a:prstGeom prst="rect">
            <a:avLst/>
          </a:prstGeom>
        </p:spPr>
      </p:pic>
    </p:spTree>
    <p:extLst>
      <p:ext uri="{BB962C8B-B14F-4D97-AF65-F5344CB8AC3E}">
        <p14:creationId xmlns:p14="http://schemas.microsoft.com/office/powerpoint/2010/main" val="2132893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E9FD0C-5E1B-AAC0-3F68-CE316F14BFF3}"/>
              </a:ext>
            </a:extLst>
          </p:cNvPr>
          <p:cNvSpPr>
            <a:spLocks noGrp="1"/>
          </p:cNvSpPr>
          <p:nvPr>
            <p:ph type="title"/>
          </p:nvPr>
        </p:nvSpPr>
        <p:spPr>
          <a:xfrm>
            <a:off x="1115568" y="548640"/>
            <a:ext cx="10168128" cy="932441"/>
          </a:xfrm>
        </p:spPr>
        <p:txBody>
          <a:bodyPr>
            <a:normAutofit/>
          </a:bodyPr>
          <a:lstStyle/>
          <a:p>
            <a:r>
              <a:rPr lang="en-US" sz="4000" dirty="0"/>
              <a:t>Calculation of Function Points</a:t>
            </a:r>
          </a:p>
        </p:txBody>
      </p:sp>
      <p:sp>
        <p:nvSpPr>
          <p:cNvPr id="23" name="Rectangle 2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9B218CF-AE6A-EF0A-4ECB-86737B10D2BA}"/>
              </a:ext>
            </a:extLst>
          </p:cNvPr>
          <p:cNvSpPr>
            <a:spLocks noGrp="1"/>
          </p:cNvSpPr>
          <p:nvPr>
            <p:ph idx="1"/>
          </p:nvPr>
        </p:nvSpPr>
        <p:spPr>
          <a:xfrm>
            <a:off x="146990" y="2017140"/>
            <a:ext cx="11136706" cy="4593576"/>
          </a:xfrm>
        </p:spPr>
        <p:txBody>
          <a:bodyPr vert="horz" lIns="91440" tIns="45720" rIns="91440" bIns="45720" rtlCol="0" anchor="t">
            <a:noAutofit/>
          </a:bodyPr>
          <a:lstStyle/>
          <a:p>
            <a:pPr marL="0" indent="0" algn="ctr">
              <a:buNone/>
            </a:pPr>
            <a:r>
              <a:rPr lang="en-US" sz="1800" b="1" dirty="0">
                <a:ea typeface="+mn-lt"/>
                <a:cs typeface="+mn-lt"/>
              </a:rPr>
              <a:t>FPA= CAF* Count function of UFP</a:t>
            </a:r>
            <a:endParaRPr lang="en-US" dirty="0"/>
          </a:p>
          <a:p>
            <a:pPr marL="0" indent="0">
              <a:buNone/>
            </a:pPr>
            <a:r>
              <a:rPr lang="en-US" sz="1800" b="1" dirty="0">
                <a:ea typeface="+mn-lt"/>
                <a:cs typeface="+mn-lt"/>
              </a:rPr>
              <a:t>Calculation of CAF:      </a:t>
            </a:r>
          </a:p>
          <a:p>
            <a:pPr marL="0" indent="0">
              <a:buNone/>
            </a:pPr>
            <a:r>
              <a:rPr lang="en-US" sz="1800" b="1" dirty="0">
                <a:ea typeface="+mn-lt"/>
                <a:cs typeface="+mn-lt"/>
              </a:rPr>
              <a:t>Step 1: </a:t>
            </a:r>
            <a:r>
              <a:rPr lang="en-US" sz="1200" dirty="0">
                <a:solidFill>
                  <a:srgbClr val="333333"/>
                </a:solidFill>
                <a:ea typeface="+mn-lt"/>
                <a:cs typeface="+mn-lt"/>
              </a:rPr>
              <a:t>    </a:t>
            </a:r>
            <a:r>
              <a:rPr lang="en-US" sz="1800" b="1" dirty="0">
                <a:ea typeface="+mn-lt"/>
                <a:cs typeface="+mn-lt"/>
              </a:rPr>
              <a:t> CAF = [0.65 + 0.01 * sum (F</a:t>
            </a:r>
            <a:r>
              <a:rPr lang="en-US" sz="1800" b="1" baseline="-25000" dirty="0">
                <a:ea typeface="+mn-lt"/>
                <a:cs typeface="+mn-lt"/>
              </a:rPr>
              <a:t>i</a:t>
            </a:r>
            <a:r>
              <a:rPr lang="en-US" sz="1800" b="1" dirty="0">
                <a:ea typeface="+mn-lt"/>
                <a:cs typeface="+mn-lt"/>
              </a:rPr>
              <a:t>)]</a:t>
            </a:r>
          </a:p>
          <a:p>
            <a:pPr marL="0" indent="0">
              <a:buNone/>
            </a:pPr>
            <a:r>
              <a:rPr lang="en-US" sz="1800" dirty="0">
                <a:latin typeface="Consolas"/>
                <a:ea typeface="+mn-lt"/>
                <a:cs typeface="+mn-lt"/>
              </a:rPr>
              <a:t>Where </a:t>
            </a:r>
            <a:r>
              <a:rPr lang="en-US" sz="1800" b="1" dirty="0">
                <a:latin typeface="Aptos"/>
                <a:ea typeface="+mn-lt"/>
                <a:cs typeface="+mn-lt"/>
              </a:rPr>
              <a:t>sum (F</a:t>
            </a:r>
            <a:r>
              <a:rPr lang="en-US" sz="1200" b="1" baseline="-25000" dirty="0">
                <a:latin typeface="Aptos"/>
                <a:ea typeface="+mn-lt"/>
                <a:cs typeface="+mn-lt"/>
              </a:rPr>
              <a:t>i</a:t>
            </a:r>
            <a:r>
              <a:rPr lang="en-US" sz="1800" b="1" dirty="0">
                <a:latin typeface="Aptos"/>
                <a:ea typeface="+mn-lt"/>
                <a:cs typeface="+mn-lt"/>
              </a:rPr>
              <a:t>) = Complexity Adjustment Factor</a:t>
            </a:r>
            <a:r>
              <a:rPr lang="en-US" sz="1800" dirty="0">
                <a:latin typeface="Consolas"/>
                <a:ea typeface="+mn-lt"/>
                <a:cs typeface="+mn-lt"/>
              </a:rPr>
              <a:t> </a:t>
            </a:r>
            <a:endParaRPr lang="en-US" sz="1800" dirty="0">
              <a:latin typeface="Aptos" panose="020B0004020202020204"/>
              <a:ea typeface="+mn-lt"/>
              <a:cs typeface="+mn-lt"/>
            </a:endParaRPr>
          </a:p>
          <a:p>
            <a:pPr marL="0" indent="0">
              <a:buNone/>
            </a:pPr>
            <a:r>
              <a:rPr lang="en-US" sz="1800" dirty="0">
                <a:latin typeface="Consolas"/>
                <a:ea typeface="+mn-lt"/>
                <a:cs typeface="+mn-lt"/>
              </a:rPr>
              <a:t>F</a:t>
            </a:r>
            <a:r>
              <a:rPr lang="en-US" sz="1800" dirty="0">
                <a:latin typeface="Consolas"/>
              </a:rPr>
              <a:t> = 14 * Scale</a:t>
            </a:r>
            <a:endParaRPr lang="en-US" sz="1800" dirty="0"/>
          </a:p>
          <a:p>
            <a:pPr marL="0" indent="0">
              <a:buNone/>
            </a:pPr>
            <a:r>
              <a:rPr lang="en-US" sz="1800" dirty="0">
                <a:latin typeface="Consolas"/>
              </a:rPr>
              <a:t> There are 14 software characteristics (shown in next slide) taken to calculate the software complexity and a Scale is assigned to each factor.</a:t>
            </a:r>
          </a:p>
          <a:p>
            <a:pPr>
              <a:buNone/>
            </a:pPr>
            <a:r>
              <a:rPr lang="en-US" sz="1400" dirty="0">
                <a:latin typeface="Times New Roman"/>
                <a:ea typeface="+mn-lt"/>
                <a:cs typeface="Times New Roman"/>
              </a:rPr>
              <a:t>  </a:t>
            </a:r>
            <a:r>
              <a:rPr lang="en-US" sz="1800" dirty="0">
                <a:latin typeface="Consolas"/>
              </a:rPr>
              <a:t>Rate each factor on a scale of 0 to 5.</a:t>
            </a:r>
          </a:p>
          <a:p>
            <a:pPr marL="0" indent="0">
              <a:buNone/>
            </a:pPr>
            <a:r>
              <a:rPr lang="en-US" sz="1400" dirty="0">
                <a:latin typeface="Consolas"/>
              </a:rPr>
              <a:t>0 - No Influence
1 - Incidental
2 - Moderate
3 - Average
4 - Significant
5 - Essential </a:t>
            </a:r>
          </a:p>
          <a:p>
            <a:endParaRPr lang="en-US" sz="1400" dirty="0">
              <a:latin typeface="Consolas"/>
            </a:endParaRPr>
          </a:p>
          <a:p>
            <a:endParaRPr lang="en-US" sz="1400" dirty="0">
              <a:latin typeface="Aptos" panose="020B0004020202020204"/>
            </a:endParaRPr>
          </a:p>
        </p:txBody>
      </p:sp>
    </p:spTree>
    <p:extLst>
      <p:ext uri="{BB962C8B-B14F-4D97-AF65-F5344CB8AC3E}">
        <p14:creationId xmlns:p14="http://schemas.microsoft.com/office/powerpoint/2010/main" val="3151880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5">
            <a:extLst>
              <a:ext uri="{FF2B5EF4-FFF2-40B4-BE49-F238E27FC236}">
                <a16:creationId xmlns:a16="http://schemas.microsoft.com/office/drawing/2014/main" id="{407EB9FF-C5FC-97E9-E907-35BC7136DE25}"/>
              </a:ext>
            </a:extLst>
          </p:cNvPr>
          <p:cNvGraphicFramePr>
            <a:graphicFrameLocks noGrp="1"/>
          </p:cNvGraphicFramePr>
          <p:nvPr>
            <p:ph idx="1"/>
          </p:nvPr>
        </p:nvGraphicFramePr>
        <p:xfrm>
          <a:off x="838200" y="606426"/>
          <a:ext cx="10515600" cy="6016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3996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Content Placeholder 2">
            <a:extLst>
              <a:ext uri="{FF2B5EF4-FFF2-40B4-BE49-F238E27FC236}">
                <a16:creationId xmlns:a16="http://schemas.microsoft.com/office/drawing/2014/main" id="{FE982993-2B45-94F6-5031-5760AA8D5E9E}"/>
              </a:ext>
            </a:extLst>
          </p:cNvPr>
          <p:cNvGraphicFramePr>
            <a:graphicFrameLocks noGrp="1"/>
          </p:cNvGraphicFramePr>
          <p:nvPr>
            <p:ph idx="1"/>
          </p:nvPr>
        </p:nvGraphicFramePr>
        <p:xfrm>
          <a:off x="6739128" y="1367427"/>
          <a:ext cx="4767402" cy="4858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FFF09F5E-A272-9267-0A37-C33E0BA6098E}"/>
              </a:ext>
            </a:extLst>
          </p:cNvPr>
          <p:cNvSpPr txBox="1"/>
          <p:nvPr/>
        </p:nvSpPr>
        <p:spPr>
          <a:xfrm>
            <a:off x="713361" y="611745"/>
            <a:ext cx="10765765"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spcAft>
                <a:spcPts val="600"/>
              </a:spcAft>
              <a:buFont typeface=""/>
              <a:buChar char="•"/>
            </a:pPr>
            <a:r>
              <a:rPr lang="en-US" sz="2200" dirty="0">
                <a:solidFill>
                  <a:srgbClr val="000000"/>
                </a:solidFill>
                <a:ea typeface="+mn-lt"/>
                <a:cs typeface="+mn-lt"/>
              </a:rPr>
              <a:t>Step-2:  Calculate Unadjusted Function Point (UFP).​ </a:t>
            </a:r>
          </a:p>
        </p:txBody>
      </p:sp>
      <p:graphicFrame>
        <p:nvGraphicFramePr>
          <p:cNvPr id="7" name="Table 6">
            <a:extLst>
              <a:ext uri="{FF2B5EF4-FFF2-40B4-BE49-F238E27FC236}">
                <a16:creationId xmlns:a16="http://schemas.microsoft.com/office/drawing/2014/main" id="{746F96A4-D138-3F68-31A1-AA799BF6D1B5}"/>
              </a:ext>
            </a:extLst>
          </p:cNvPr>
          <p:cNvGraphicFramePr>
            <a:graphicFrameLocks noGrp="1"/>
          </p:cNvGraphicFramePr>
          <p:nvPr>
            <p:extLst>
              <p:ext uri="{D42A27DB-BD31-4B8C-83A1-F6EECF244321}">
                <p14:modId xmlns:p14="http://schemas.microsoft.com/office/powerpoint/2010/main" val="3071788827"/>
              </p:ext>
            </p:extLst>
          </p:nvPr>
        </p:nvGraphicFramePr>
        <p:xfrm>
          <a:off x="656492" y="1746738"/>
          <a:ext cx="6059368" cy="3340560"/>
        </p:xfrm>
        <a:graphic>
          <a:graphicData uri="http://schemas.openxmlformats.org/drawingml/2006/table">
            <a:tbl>
              <a:tblPr firstRow="1" bandRow="1">
                <a:tableStyleId>{5C22544A-7EE6-4342-B048-85BDC9FD1C3A}</a:tableStyleId>
              </a:tblPr>
              <a:tblGrid>
                <a:gridCol w="2920073">
                  <a:extLst>
                    <a:ext uri="{9D8B030D-6E8A-4147-A177-3AD203B41FA5}">
                      <a16:colId xmlns:a16="http://schemas.microsoft.com/office/drawing/2014/main" val="3616588572"/>
                    </a:ext>
                  </a:extLst>
                </a:gridCol>
                <a:gridCol w="1122430">
                  <a:extLst>
                    <a:ext uri="{9D8B030D-6E8A-4147-A177-3AD203B41FA5}">
                      <a16:colId xmlns:a16="http://schemas.microsoft.com/office/drawing/2014/main" val="1485891063"/>
                    </a:ext>
                  </a:extLst>
                </a:gridCol>
                <a:gridCol w="1122430">
                  <a:extLst>
                    <a:ext uri="{9D8B030D-6E8A-4147-A177-3AD203B41FA5}">
                      <a16:colId xmlns:a16="http://schemas.microsoft.com/office/drawing/2014/main" val="935800123"/>
                    </a:ext>
                  </a:extLst>
                </a:gridCol>
                <a:gridCol w="894435">
                  <a:extLst>
                    <a:ext uri="{9D8B030D-6E8A-4147-A177-3AD203B41FA5}">
                      <a16:colId xmlns:a16="http://schemas.microsoft.com/office/drawing/2014/main" val="3584843848"/>
                    </a:ext>
                  </a:extLst>
                </a:gridCol>
              </a:tblGrid>
              <a:tr h="412080">
                <a:tc rowSpan="2">
                  <a:txBody>
                    <a:bodyPr/>
                    <a:lstStyle/>
                    <a:p>
                      <a:pPr marL="868680" algn="l" rtl="0" eaLnBrk="1" latinLnBrk="0" hangingPunct="1">
                        <a:spcBef>
                          <a:spcPts val="1960"/>
                        </a:spcBef>
                        <a:spcAft>
                          <a:spcPts val="0"/>
                        </a:spcAft>
                      </a:pPr>
                      <a:r>
                        <a:rPr lang="en-IN" sz="2100" kern="1200" spc="-5">
                          <a:solidFill>
                            <a:srgbClr val="000000"/>
                          </a:solidFill>
                          <a:effectLst/>
                          <a:latin typeface="Arial" panose="020B0604020202020204" pitchFamily="34" charset="0"/>
                          <a:cs typeface="Arial" panose="020B0604020202020204" pitchFamily="34" charset="0"/>
                        </a:rPr>
                        <a:t>Functional</a:t>
                      </a:r>
                      <a:r>
                        <a:rPr lang="en-IN" sz="2100" kern="1200" spc="-50">
                          <a:solidFill>
                            <a:srgbClr val="000000"/>
                          </a:solidFill>
                          <a:effectLst/>
                          <a:latin typeface="Arial" panose="020B0604020202020204" pitchFamily="34" charset="0"/>
                          <a:cs typeface="Arial" panose="020B0604020202020204" pitchFamily="34" charset="0"/>
                        </a:rPr>
                        <a:t> </a:t>
                      </a:r>
                      <a:r>
                        <a:rPr lang="en-IN" sz="2100" kern="1200" spc="-5">
                          <a:solidFill>
                            <a:srgbClr val="000000"/>
                          </a:solidFill>
                          <a:effectLst/>
                          <a:latin typeface="Arial" panose="020B0604020202020204" pitchFamily="34" charset="0"/>
                          <a:cs typeface="Arial" panose="020B0604020202020204" pitchFamily="34" charset="0"/>
                        </a:rPr>
                        <a:t>Units</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gridSpan="3">
                  <a:txBody>
                    <a:bodyPr/>
                    <a:lstStyle/>
                    <a:p>
                      <a:pPr marL="832104" algn="l" rtl="0" eaLnBrk="1" latinLnBrk="0" hangingPunct="1">
                        <a:spcBef>
                          <a:spcPts val="17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Weighting</a:t>
                      </a:r>
                      <a:r>
                        <a:rPr lang="en-IN" sz="2100" kern="1200" spc="-55">
                          <a:solidFill>
                            <a:srgbClr val="000000"/>
                          </a:solidFill>
                          <a:effectLst/>
                          <a:latin typeface="Arial" panose="020B0604020202020204" pitchFamily="34" charset="0"/>
                          <a:cs typeface="Arial" panose="020B0604020202020204" pitchFamily="34" charset="0"/>
                        </a:rPr>
                        <a:t> </a:t>
                      </a:r>
                      <a:r>
                        <a:rPr lang="en-IN" sz="2100" kern="1200" spc="-5">
                          <a:solidFill>
                            <a:srgbClr val="000000"/>
                          </a:solidFill>
                          <a:effectLst/>
                          <a:latin typeface="Arial" panose="020B0604020202020204" pitchFamily="34" charset="0"/>
                          <a:cs typeface="Arial" panose="020B0604020202020204" pitchFamily="34" charset="0"/>
                        </a:rPr>
                        <a:t>factors</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52146246"/>
                  </a:ext>
                </a:extLst>
              </a:tr>
              <a:tr h="412080">
                <a:tc vMerge="1">
                  <a:txBody>
                    <a:bodyPr/>
                    <a:lstStyle/>
                    <a:p>
                      <a:endParaRPr lang="en-US"/>
                    </a:p>
                  </a:txBody>
                  <a:tcPr/>
                </a:tc>
                <a:tc>
                  <a:txBody>
                    <a:bodyPr/>
                    <a:lstStyle/>
                    <a:p>
                      <a:pPr marL="0" algn="ctr"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Low</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Average</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9144" algn="ctr"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High</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798124044"/>
                  </a:ext>
                </a:extLst>
              </a:tr>
              <a:tr h="412080">
                <a:tc>
                  <a:txBody>
                    <a:bodyPr/>
                    <a:lstStyle/>
                    <a:p>
                      <a:pPr marL="73152" algn="l"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External Inputs</a:t>
                      </a:r>
                      <a:r>
                        <a:rPr lang="en-IN" sz="2100" kern="1200" spc="-60">
                          <a:solidFill>
                            <a:srgbClr val="000000"/>
                          </a:solidFill>
                          <a:effectLst/>
                          <a:latin typeface="Arial" panose="020B0604020202020204" pitchFamily="34" charset="0"/>
                          <a:cs typeface="Arial" panose="020B0604020202020204" pitchFamily="34" charset="0"/>
                        </a:rPr>
                        <a:t> </a:t>
                      </a:r>
                      <a:r>
                        <a:rPr lang="en-IN" sz="2100" kern="1200" spc="-5">
                          <a:solidFill>
                            <a:srgbClr val="000000"/>
                          </a:solidFill>
                          <a:effectLst/>
                          <a:latin typeface="Arial" panose="020B0604020202020204" pitchFamily="34" charset="0"/>
                          <a:cs typeface="Arial" panose="020B0604020202020204" pitchFamily="34" charset="0"/>
                        </a:rPr>
                        <a:t>(EI)</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3</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4</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9144"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6</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537318117"/>
                  </a:ext>
                </a:extLst>
              </a:tr>
              <a:tr h="412080">
                <a:tc>
                  <a:txBody>
                    <a:bodyPr/>
                    <a:lstStyle/>
                    <a:p>
                      <a:pPr marL="73152" algn="l"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External Output</a:t>
                      </a:r>
                      <a:r>
                        <a:rPr lang="en-IN" sz="2100" kern="1200" spc="-60">
                          <a:solidFill>
                            <a:srgbClr val="000000"/>
                          </a:solidFill>
                          <a:effectLst/>
                          <a:latin typeface="Arial" panose="020B0604020202020204" pitchFamily="34" charset="0"/>
                          <a:cs typeface="Arial" panose="020B0604020202020204" pitchFamily="34" charset="0"/>
                        </a:rPr>
                        <a:t> </a:t>
                      </a:r>
                      <a:r>
                        <a:rPr lang="en-IN" sz="2100" kern="1200" spc="-5">
                          <a:solidFill>
                            <a:srgbClr val="000000"/>
                          </a:solidFill>
                          <a:effectLst/>
                          <a:latin typeface="Arial" panose="020B0604020202020204" pitchFamily="34" charset="0"/>
                          <a:cs typeface="Arial" panose="020B0604020202020204" pitchFamily="34" charset="0"/>
                        </a:rPr>
                        <a:t>(EO)</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4</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5</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9144"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7</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097491687"/>
                  </a:ext>
                </a:extLst>
              </a:tr>
              <a:tr h="412080">
                <a:tc>
                  <a:txBody>
                    <a:bodyPr/>
                    <a:lstStyle/>
                    <a:p>
                      <a:pPr marL="73152" algn="l"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External Inquiries</a:t>
                      </a:r>
                      <a:r>
                        <a:rPr lang="en-IN" sz="2100" kern="1200" spc="-40">
                          <a:solidFill>
                            <a:srgbClr val="000000"/>
                          </a:solidFill>
                          <a:effectLst/>
                          <a:latin typeface="Arial" panose="020B0604020202020204" pitchFamily="34" charset="0"/>
                          <a:cs typeface="Arial" panose="020B0604020202020204" pitchFamily="34" charset="0"/>
                        </a:rPr>
                        <a:t> </a:t>
                      </a:r>
                      <a:r>
                        <a:rPr lang="en-IN" sz="2100" kern="1200" spc="-5">
                          <a:solidFill>
                            <a:srgbClr val="000000"/>
                          </a:solidFill>
                          <a:effectLst/>
                          <a:latin typeface="Arial" panose="020B0604020202020204" pitchFamily="34" charset="0"/>
                          <a:cs typeface="Arial" panose="020B0604020202020204" pitchFamily="34" charset="0"/>
                        </a:rPr>
                        <a:t>(EQ)</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3</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4</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9144"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6</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052825700"/>
                  </a:ext>
                </a:extLst>
              </a:tr>
              <a:tr h="412080">
                <a:tc>
                  <a:txBody>
                    <a:bodyPr/>
                    <a:lstStyle/>
                    <a:p>
                      <a:pPr marL="73152" algn="l"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External </a:t>
                      </a:r>
                      <a:r>
                        <a:rPr lang="en-IN" sz="2100" kern="1200">
                          <a:solidFill>
                            <a:srgbClr val="000000"/>
                          </a:solidFill>
                          <a:effectLst/>
                          <a:latin typeface="Arial" panose="020B0604020202020204" pitchFamily="34" charset="0"/>
                          <a:cs typeface="Arial" panose="020B0604020202020204" pitchFamily="34" charset="0"/>
                        </a:rPr>
                        <a:t>logical </a:t>
                      </a:r>
                      <a:r>
                        <a:rPr lang="en-IN" sz="2100" kern="1200" spc="-5">
                          <a:solidFill>
                            <a:srgbClr val="000000"/>
                          </a:solidFill>
                          <a:effectLst/>
                          <a:latin typeface="Arial" panose="020B0604020202020204" pitchFamily="34" charset="0"/>
                          <a:cs typeface="Arial" panose="020B0604020202020204" pitchFamily="34" charset="0"/>
                        </a:rPr>
                        <a:t>files</a:t>
                      </a:r>
                      <a:r>
                        <a:rPr lang="en-IN" sz="2100" kern="1200" spc="-50">
                          <a:solidFill>
                            <a:srgbClr val="000000"/>
                          </a:solidFill>
                          <a:effectLst/>
                          <a:latin typeface="Arial" panose="020B0604020202020204" pitchFamily="34" charset="0"/>
                          <a:cs typeface="Arial" panose="020B0604020202020204" pitchFamily="34" charset="0"/>
                        </a:rPr>
                        <a:t> </a:t>
                      </a:r>
                      <a:r>
                        <a:rPr lang="en-IN" sz="2100" kern="1200" spc="-5">
                          <a:solidFill>
                            <a:srgbClr val="000000"/>
                          </a:solidFill>
                          <a:effectLst/>
                          <a:latin typeface="Arial" panose="020B0604020202020204" pitchFamily="34" charset="0"/>
                          <a:cs typeface="Arial" panose="020B0604020202020204" pitchFamily="34" charset="0"/>
                        </a:rPr>
                        <a:t>(ILF)</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7</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10</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9144" algn="ctr"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15</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249880894"/>
                  </a:ext>
                </a:extLst>
              </a:tr>
              <a:tr h="412080">
                <a:tc>
                  <a:txBody>
                    <a:bodyPr/>
                    <a:lstStyle/>
                    <a:p>
                      <a:pPr marL="73152" algn="l"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External Interface files</a:t>
                      </a:r>
                      <a:r>
                        <a:rPr lang="en-IN" sz="2100" kern="1200" spc="-30">
                          <a:solidFill>
                            <a:srgbClr val="000000"/>
                          </a:solidFill>
                          <a:effectLst/>
                          <a:latin typeface="Arial" panose="020B0604020202020204" pitchFamily="34" charset="0"/>
                          <a:cs typeface="Arial" panose="020B0604020202020204" pitchFamily="34" charset="0"/>
                        </a:rPr>
                        <a:t> </a:t>
                      </a:r>
                      <a:r>
                        <a:rPr lang="en-IN" sz="2100" kern="1200" spc="-5">
                          <a:solidFill>
                            <a:srgbClr val="000000"/>
                          </a:solidFill>
                          <a:effectLst/>
                          <a:latin typeface="Arial" panose="020B0604020202020204" pitchFamily="34" charset="0"/>
                          <a:cs typeface="Arial" panose="020B0604020202020204" pitchFamily="34" charset="0"/>
                        </a:rPr>
                        <a:t>(EIF)</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5</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235"/>
                        </a:spcBef>
                        <a:spcAft>
                          <a:spcPts val="0"/>
                        </a:spcAft>
                      </a:pPr>
                      <a:r>
                        <a:rPr lang="en-IN" sz="2100" kern="1200">
                          <a:solidFill>
                            <a:srgbClr val="000000"/>
                          </a:solidFill>
                          <a:effectLst/>
                          <a:latin typeface="Arial" panose="020B0604020202020204" pitchFamily="34" charset="0"/>
                          <a:cs typeface="Arial" panose="020B0604020202020204" pitchFamily="34" charset="0"/>
                        </a:rPr>
                        <a:t>7</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9144" algn="ctr" rtl="0" eaLnBrk="1" latinLnBrk="0" hangingPunct="1">
                        <a:spcBef>
                          <a:spcPts val="235"/>
                        </a:spcBef>
                        <a:spcAft>
                          <a:spcPts val="0"/>
                        </a:spcAft>
                      </a:pPr>
                      <a:r>
                        <a:rPr lang="en-IN" sz="2100" kern="1200" spc="-5">
                          <a:solidFill>
                            <a:srgbClr val="000000"/>
                          </a:solidFill>
                          <a:effectLst/>
                          <a:latin typeface="Arial" panose="020B0604020202020204" pitchFamily="34" charset="0"/>
                          <a:cs typeface="Arial" panose="020B0604020202020204" pitchFamily="34" charset="0"/>
                        </a:rPr>
                        <a:t>10</a:t>
                      </a: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536905732"/>
                  </a:ext>
                </a:extLst>
              </a:tr>
            </a:tbl>
          </a:graphicData>
        </a:graphic>
      </p:graphicFrame>
      <p:sp>
        <p:nvSpPr>
          <p:cNvPr id="8" name="TextBox 7">
            <a:extLst>
              <a:ext uri="{FF2B5EF4-FFF2-40B4-BE49-F238E27FC236}">
                <a16:creationId xmlns:a16="http://schemas.microsoft.com/office/drawing/2014/main" id="{7C22D8E3-63D2-D74D-1CF7-56269798DCB6}"/>
              </a:ext>
            </a:extLst>
          </p:cNvPr>
          <p:cNvSpPr txBox="1"/>
          <p:nvPr/>
        </p:nvSpPr>
        <p:spPr>
          <a:xfrm>
            <a:off x="726831" y="1043353"/>
            <a:ext cx="6002214"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9144"/>
            <a:r>
              <a:rPr lang="en-IN" sz="2200" spc="-4" dirty="0">
                <a:latin typeface="Times New Roman"/>
                <a:cs typeface="Times New Roman"/>
              </a:rPr>
              <a:t>Table </a:t>
            </a:r>
            <a:r>
              <a:rPr lang="en-IN" sz="2200" dirty="0">
                <a:latin typeface="Times New Roman"/>
                <a:cs typeface="Times New Roman"/>
              </a:rPr>
              <a:t>1 : </a:t>
            </a:r>
            <a:r>
              <a:rPr lang="en-IN" sz="2200" spc="-4" dirty="0">
                <a:latin typeface="Times New Roman"/>
                <a:cs typeface="Times New Roman"/>
              </a:rPr>
              <a:t>Functional </a:t>
            </a:r>
            <a:r>
              <a:rPr lang="en-IN" sz="2200" spc="-9" dirty="0">
                <a:latin typeface="Times New Roman"/>
                <a:cs typeface="Times New Roman"/>
              </a:rPr>
              <a:t>units </a:t>
            </a:r>
            <a:r>
              <a:rPr lang="en-IN" sz="2200" spc="-4" dirty="0">
                <a:latin typeface="Times New Roman"/>
                <a:cs typeface="Times New Roman"/>
              </a:rPr>
              <a:t>with weighting</a:t>
            </a:r>
            <a:r>
              <a:rPr lang="en-IN" sz="2200" spc="4" dirty="0">
                <a:latin typeface="Times New Roman"/>
                <a:cs typeface="Times New Roman"/>
              </a:rPr>
              <a:t> </a:t>
            </a:r>
            <a:r>
              <a:rPr lang="en-IN" sz="2200" spc="-4" dirty="0">
                <a:latin typeface="Times New Roman"/>
                <a:cs typeface="Times New Roman"/>
              </a:rPr>
              <a:t>factors</a:t>
            </a:r>
          </a:p>
        </p:txBody>
      </p:sp>
    </p:spTree>
    <p:extLst>
      <p:ext uri="{BB962C8B-B14F-4D97-AF65-F5344CB8AC3E}">
        <p14:creationId xmlns:p14="http://schemas.microsoft.com/office/powerpoint/2010/main" val="1558771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6C76C6-B5A7-DACA-FCE3-F3EFD627C8BA}"/>
              </a:ext>
            </a:extLst>
          </p:cNvPr>
          <p:cNvSpPr>
            <a:spLocks/>
          </p:cNvSpPr>
          <p:nvPr/>
        </p:nvSpPr>
        <p:spPr>
          <a:xfrm>
            <a:off x="643467" y="999647"/>
            <a:ext cx="10905066" cy="597860"/>
          </a:xfrm>
          <a:prstGeom prst="rect">
            <a:avLst/>
          </a:prstGeom>
        </p:spPr>
        <p:txBody>
          <a:bodyPr vert="horz" lIns="91440" tIns="45720" rIns="91440" bIns="45720" rtlCol="0" anchor="t">
            <a:normAutofit/>
          </a:bodyPr>
          <a:lstStyle/>
          <a:p>
            <a:pPr algn="just" defTabSz="941832">
              <a:lnSpc>
                <a:spcPct val="90000"/>
              </a:lnSpc>
              <a:spcAft>
                <a:spcPts val="600"/>
              </a:spcAft>
            </a:pPr>
            <a:r>
              <a:rPr lang="en-US" sz="2000" kern="1200" dirty="0">
                <a:solidFill>
                  <a:srgbClr val="650065"/>
                </a:solidFill>
                <a:latin typeface="Times New Roman"/>
                <a:ea typeface="+mn-ea"/>
                <a:cs typeface="Times New Roman"/>
              </a:rPr>
              <a:t>The procedure for the calculation of Unadjusted Function Point (UFP) is given in table shown below.</a:t>
            </a:r>
            <a:endParaRPr lang="en-US" sz="1400" kern="1200" dirty="0">
              <a:solidFill>
                <a:schemeClr val="tx1"/>
              </a:solidFill>
              <a:latin typeface="+mn-lt"/>
            </a:endParaRPr>
          </a:p>
          <a:p>
            <a:pPr algn="just" defTabSz="941832">
              <a:lnSpc>
                <a:spcPct val="90000"/>
              </a:lnSpc>
              <a:spcAft>
                <a:spcPts val="600"/>
              </a:spcAft>
            </a:pPr>
            <a:endParaRPr lang="en-US" sz="1100" kern="1200">
              <a:solidFill>
                <a:srgbClr val="650065"/>
              </a:solidFill>
              <a:latin typeface="Times New Roman"/>
              <a:ea typeface="+mn-ea"/>
              <a:cs typeface="Times New Roman"/>
            </a:endParaRPr>
          </a:p>
          <a:p>
            <a:pPr>
              <a:lnSpc>
                <a:spcPct val="90000"/>
              </a:lnSpc>
              <a:spcAft>
                <a:spcPts val="600"/>
              </a:spcAft>
            </a:pPr>
            <a:endParaRPr lang="en-US" sz="1100"/>
          </a:p>
        </p:txBody>
      </p:sp>
      <p:graphicFrame>
        <p:nvGraphicFramePr>
          <p:cNvPr id="5" name="Table 4">
            <a:extLst>
              <a:ext uri="{FF2B5EF4-FFF2-40B4-BE49-F238E27FC236}">
                <a16:creationId xmlns:a16="http://schemas.microsoft.com/office/drawing/2014/main" id="{D790576D-39FC-B3E6-0021-C9343F871349}"/>
              </a:ext>
            </a:extLst>
          </p:cNvPr>
          <p:cNvGraphicFramePr>
            <a:graphicFrameLocks noGrp="1"/>
          </p:cNvGraphicFramePr>
          <p:nvPr>
            <p:extLst>
              <p:ext uri="{D42A27DB-BD31-4B8C-83A1-F6EECF244321}">
                <p14:modId xmlns:p14="http://schemas.microsoft.com/office/powerpoint/2010/main" val="1314427886"/>
              </p:ext>
            </p:extLst>
          </p:nvPr>
        </p:nvGraphicFramePr>
        <p:xfrm>
          <a:off x="1828800" y="1914734"/>
          <a:ext cx="8229600" cy="3802775"/>
        </p:xfrm>
        <a:graphic>
          <a:graphicData uri="http://schemas.openxmlformats.org/drawingml/2006/table">
            <a:tbl>
              <a:tblPr firstRow="1" bandRow="1">
                <a:tableStyleId>{5C22544A-7EE6-4342-B048-85BDC9FD1C3A}</a:tableStyleId>
              </a:tblPr>
              <a:tblGrid>
                <a:gridCol w="3033954">
                  <a:extLst>
                    <a:ext uri="{9D8B030D-6E8A-4147-A177-3AD203B41FA5}">
                      <a16:colId xmlns:a16="http://schemas.microsoft.com/office/drawing/2014/main" val="457995298"/>
                    </a:ext>
                  </a:extLst>
                </a:gridCol>
                <a:gridCol w="910186">
                  <a:extLst>
                    <a:ext uri="{9D8B030D-6E8A-4147-A177-3AD203B41FA5}">
                      <a16:colId xmlns:a16="http://schemas.microsoft.com/office/drawing/2014/main" val="65621089"/>
                    </a:ext>
                  </a:extLst>
                </a:gridCol>
                <a:gridCol w="530942">
                  <a:extLst>
                    <a:ext uri="{9D8B030D-6E8A-4147-A177-3AD203B41FA5}">
                      <a16:colId xmlns:a16="http://schemas.microsoft.com/office/drawing/2014/main" val="209258112"/>
                    </a:ext>
                  </a:extLst>
                </a:gridCol>
                <a:gridCol w="834337">
                  <a:extLst>
                    <a:ext uri="{9D8B030D-6E8A-4147-A177-3AD203B41FA5}">
                      <a16:colId xmlns:a16="http://schemas.microsoft.com/office/drawing/2014/main" val="1176806223"/>
                    </a:ext>
                  </a:extLst>
                </a:gridCol>
                <a:gridCol w="872262">
                  <a:extLst>
                    <a:ext uri="{9D8B030D-6E8A-4147-A177-3AD203B41FA5}">
                      <a16:colId xmlns:a16="http://schemas.microsoft.com/office/drawing/2014/main" val="3260515191"/>
                    </a:ext>
                  </a:extLst>
                </a:gridCol>
                <a:gridCol w="872262">
                  <a:extLst>
                    <a:ext uri="{9D8B030D-6E8A-4147-A177-3AD203B41FA5}">
                      <a16:colId xmlns:a16="http://schemas.microsoft.com/office/drawing/2014/main" val="1885465141"/>
                    </a:ext>
                  </a:extLst>
                </a:gridCol>
                <a:gridCol w="1175657">
                  <a:extLst>
                    <a:ext uri="{9D8B030D-6E8A-4147-A177-3AD203B41FA5}">
                      <a16:colId xmlns:a16="http://schemas.microsoft.com/office/drawing/2014/main" val="1073396720"/>
                    </a:ext>
                  </a:extLst>
                </a:gridCol>
              </a:tblGrid>
              <a:tr h="523852">
                <a:tc rowSpan="2">
                  <a:txBody>
                    <a:bodyPr/>
                    <a:lstStyle/>
                    <a:p>
                      <a:pPr marL="0" algn="ctr" rtl="0" eaLnBrk="1" latinLnBrk="0" hangingPunct="1">
                        <a:spcBef>
                          <a:spcPts val="0"/>
                        </a:spcBef>
                        <a:spcAft>
                          <a:spcPts val="0"/>
                        </a:spcAft>
                      </a:pPr>
                      <a:r>
                        <a:rPr lang="en-US" sz="1800" b="1" kern="1200" dirty="0">
                          <a:solidFill>
                            <a:schemeClr val="tx1"/>
                          </a:solidFill>
                          <a:effectLst/>
                          <a:latin typeface="Calibri"/>
                        </a:rPr>
                        <a:t>Domain Characteristics</a:t>
                      </a:r>
                      <a:endParaRPr lang="en-US" dirty="0">
                        <a:solidFill>
                          <a:schemeClr val="tx1"/>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rowSpan="2">
                  <a:txBody>
                    <a:bodyPr/>
                    <a:lstStyle/>
                    <a:p>
                      <a:pPr marL="0" algn="ctr" rtl="0" eaLnBrk="1" latinLnBrk="0" hangingPunct="1">
                        <a:spcBef>
                          <a:spcPts val="0"/>
                        </a:spcBef>
                        <a:spcAft>
                          <a:spcPts val="0"/>
                        </a:spcAft>
                      </a:pPr>
                      <a:r>
                        <a:rPr lang="en-US" sz="1800" b="1" kern="1200" dirty="0">
                          <a:solidFill>
                            <a:schemeClr val="tx1"/>
                          </a:solidFill>
                          <a:effectLst/>
                          <a:latin typeface="Calibri"/>
                        </a:rPr>
                        <a:t>Count</a:t>
                      </a:r>
                      <a:endParaRPr lang="en-US" dirty="0">
                        <a:solidFill>
                          <a:schemeClr val="tx1"/>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rowSpan="2">
                  <a:txBody>
                    <a:bodyPr/>
                    <a:lstStyle/>
                    <a:p>
                      <a:pPr marL="0" algn="ctr" rtl="0" eaLnBrk="1" latinLnBrk="0" hangingPunct="1">
                        <a:spcBef>
                          <a:spcPts val="0"/>
                        </a:spcBef>
                        <a:spcAft>
                          <a:spcPts val="0"/>
                        </a:spcAft>
                      </a:pPr>
                      <a:endParaRPr lang="en-IN" dirty="0">
                        <a:solidFill>
                          <a:schemeClr val="tx1"/>
                        </a:solidFill>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gridSpan="3">
                  <a:txBody>
                    <a:bodyPr/>
                    <a:lstStyle/>
                    <a:p>
                      <a:pPr marL="0" marR="0" indent="0" algn="ctr" rtl="0" eaLnBrk="1" fontAlgn="auto" latinLnBrk="0" hangingPunct="1">
                        <a:spcBef>
                          <a:spcPts val="0"/>
                        </a:spcBef>
                        <a:spcAft>
                          <a:spcPts val="0"/>
                        </a:spcAft>
                      </a:pPr>
                      <a:r>
                        <a:rPr lang="en-US" sz="1800" b="1" kern="1200" dirty="0">
                          <a:solidFill>
                            <a:schemeClr val="tx1"/>
                          </a:solidFill>
                          <a:effectLst/>
                          <a:latin typeface="Calibri"/>
                        </a:rPr>
                        <a:t>Weighting Factor</a:t>
                      </a:r>
                      <a:endParaRPr lang="en-US" dirty="0">
                        <a:solidFill>
                          <a:schemeClr val="tx1"/>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hMerge="1">
                  <a:txBody>
                    <a:bodyPr/>
                    <a:lstStyle/>
                    <a:p>
                      <a:endParaRPr lang="en-US"/>
                    </a:p>
                  </a:txBody>
                  <a:tcPr/>
                </a:tc>
                <a:tc hMerge="1">
                  <a:txBody>
                    <a:bodyPr/>
                    <a:lstStyle/>
                    <a:p>
                      <a:endParaRPr lang="en-US"/>
                    </a:p>
                  </a:txBody>
                  <a:tcPr/>
                </a:tc>
                <a:tc rowSpan="2">
                  <a:txBody>
                    <a:bodyPr/>
                    <a:lstStyle/>
                    <a:p>
                      <a:pPr marL="0" algn="ctr" rtl="0" eaLnBrk="1" latinLnBrk="0" hangingPunct="1">
                        <a:spcBef>
                          <a:spcPts val="0"/>
                        </a:spcBef>
                        <a:spcAft>
                          <a:spcPts val="0"/>
                        </a:spcAft>
                      </a:pPr>
                      <a:r>
                        <a:rPr lang="en-US" sz="1800" b="1" kern="1200" dirty="0">
                          <a:solidFill>
                            <a:schemeClr val="tx1"/>
                          </a:solidFill>
                          <a:effectLst/>
                          <a:latin typeface="Calibri"/>
                        </a:rPr>
                        <a:t>Count</a:t>
                      </a:r>
                      <a:endParaRPr lang="en-US" dirty="0">
                        <a:solidFill>
                          <a:schemeClr val="tx1"/>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202583305"/>
                  </a:ext>
                </a:extLst>
              </a:tr>
              <a:tr h="40743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algn="ctr" rtl="0" eaLnBrk="1" latinLnBrk="0" hangingPunct="1">
                        <a:spcBef>
                          <a:spcPts val="0"/>
                        </a:spcBef>
                        <a:spcAft>
                          <a:spcPts val="0"/>
                        </a:spcAft>
                      </a:pPr>
                      <a:r>
                        <a:rPr lang="en-US" sz="2400" b="1" kern="1200" dirty="0">
                          <a:solidFill>
                            <a:srgbClr val="000000"/>
                          </a:solidFill>
                          <a:effectLst/>
                          <a:latin typeface="Calibri"/>
                        </a:rPr>
                        <a:t>low</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2400" b="1" kern="1200" dirty="0">
                          <a:solidFill>
                            <a:srgbClr val="000000"/>
                          </a:solidFill>
                          <a:effectLst/>
                          <a:latin typeface="Calibri"/>
                        </a:rPr>
                        <a:t>avg</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2400" b="1" kern="1200" dirty="0">
                          <a:solidFill>
                            <a:srgbClr val="000000"/>
                          </a:solidFill>
                          <a:effectLst/>
                          <a:latin typeface="Calibri"/>
                        </a:rPr>
                        <a:t>high</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vMerge="1">
                  <a:txBody>
                    <a:bodyPr/>
                    <a:lstStyle/>
                    <a:p>
                      <a:endParaRPr lang="en-US"/>
                    </a:p>
                  </a:txBody>
                  <a:tcPr/>
                </a:tc>
                <a:extLst>
                  <a:ext uri="{0D108BD9-81ED-4DB2-BD59-A6C34878D82A}">
                    <a16:rowId xmlns:a16="http://schemas.microsoft.com/office/drawing/2014/main" val="1839285389"/>
                  </a:ext>
                </a:extLst>
              </a:tr>
              <a:tr h="523852">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Number Of User Inputs</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3</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4</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6</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03033148"/>
                  </a:ext>
                </a:extLst>
              </a:tr>
              <a:tr h="504449">
                <a:tc>
                  <a:txBody>
                    <a:bodyPr/>
                    <a:lstStyle/>
                    <a:p>
                      <a:pPr marL="0" marR="0" indent="0" algn="ctr" rtl="0" eaLnBrk="1" fontAlgn="auto" latinLnBrk="0" hangingPunct="1">
                        <a:spcBef>
                          <a:spcPts val="0"/>
                        </a:spcBef>
                        <a:spcAft>
                          <a:spcPts val="0"/>
                        </a:spcAft>
                      </a:pPr>
                      <a:r>
                        <a:rPr lang="en-US" sz="1800" b="1" kern="1200" dirty="0">
                          <a:solidFill>
                            <a:srgbClr val="000000"/>
                          </a:solidFill>
                          <a:effectLst/>
                          <a:latin typeface="Calibri"/>
                        </a:rPr>
                        <a:t>Number Of User</a:t>
                      </a:r>
                      <a:r>
                        <a:rPr lang="en-US" sz="1800" b="1" kern="1200" baseline="0" dirty="0">
                          <a:solidFill>
                            <a:srgbClr val="000000"/>
                          </a:solidFill>
                          <a:effectLst/>
                          <a:latin typeface="Calibri"/>
                        </a:rPr>
                        <a:t> Out</a:t>
                      </a:r>
                      <a:r>
                        <a:rPr lang="en-US" sz="1800" b="1" kern="1200" dirty="0">
                          <a:solidFill>
                            <a:srgbClr val="000000"/>
                          </a:solidFill>
                          <a:effectLst/>
                          <a:latin typeface="Calibri"/>
                        </a:rPr>
                        <a:t>puts</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4</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5</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7</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6089037"/>
                  </a:ext>
                </a:extLst>
              </a:tr>
              <a:tr h="426842">
                <a:tc>
                  <a:txBody>
                    <a:bodyPr/>
                    <a:lstStyle/>
                    <a:p>
                      <a:pPr marL="0" marR="0" indent="0" algn="ctr" rtl="0" eaLnBrk="1" fontAlgn="auto" latinLnBrk="0" hangingPunct="1">
                        <a:spcBef>
                          <a:spcPts val="0"/>
                        </a:spcBef>
                        <a:spcAft>
                          <a:spcPts val="0"/>
                        </a:spcAft>
                      </a:pPr>
                      <a:r>
                        <a:rPr lang="en-US" sz="1800" b="1" kern="1200" dirty="0">
                          <a:solidFill>
                            <a:srgbClr val="000000"/>
                          </a:solidFill>
                          <a:effectLst/>
                          <a:latin typeface="Calibri"/>
                        </a:rPr>
                        <a:t>Number Of User Enquiries</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3</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4</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6</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206128595"/>
                  </a:ext>
                </a:extLst>
              </a:tr>
              <a:tr h="329832">
                <a:tc>
                  <a:txBody>
                    <a:bodyPr/>
                    <a:lstStyle/>
                    <a:p>
                      <a:pPr marL="0" marR="0" indent="0" algn="ctr" rtl="0" eaLnBrk="1" fontAlgn="auto" latinLnBrk="0" hangingPunct="1">
                        <a:spcBef>
                          <a:spcPts val="0"/>
                        </a:spcBef>
                        <a:spcAft>
                          <a:spcPts val="0"/>
                        </a:spcAft>
                      </a:pPr>
                      <a:r>
                        <a:rPr lang="en-US" sz="1800" b="1" kern="1200" dirty="0">
                          <a:solidFill>
                            <a:srgbClr val="000000"/>
                          </a:solidFill>
                          <a:effectLst/>
                          <a:latin typeface="Calibri"/>
                        </a:rPr>
                        <a:t>Number Of Files</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7</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10</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15</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87365331"/>
                  </a:ext>
                </a:extLst>
              </a:tr>
              <a:tr h="562657">
                <a:tc>
                  <a:txBody>
                    <a:bodyPr/>
                    <a:lstStyle/>
                    <a:p>
                      <a:pPr marL="0" marR="0" indent="0" algn="ctr" rtl="0" eaLnBrk="1" fontAlgn="auto" latinLnBrk="0" hangingPunct="1">
                        <a:spcBef>
                          <a:spcPts val="0"/>
                        </a:spcBef>
                        <a:spcAft>
                          <a:spcPts val="0"/>
                        </a:spcAft>
                      </a:pPr>
                      <a:r>
                        <a:rPr lang="en-US" sz="1800" b="1" kern="1200" dirty="0">
                          <a:solidFill>
                            <a:srgbClr val="000000"/>
                          </a:solidFill>
                          <a:effectLst/>
                          <a:latin typeface="Calibri"/>
                        </a:rPr>
                        <a:t>Number Of External Interfaces</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5</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7</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10</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605985939"/>
                  </a:ext>
                </a:extLst>
              </a:tr>
              <a:tr h="523852">
                <a:tc>
                  <a:txBody>
                    <a:bodyPr/>
                    <a:lstStyle/>
                    <a:p>
                      <a:pPr marL="0" algn="ctr" rtl="0" eaLnBrk="1" latinLnBrk="0" hangingPunct="1">
                        <a:spcBef>
                          <a:spcPts val="0"/>
                        </a:spcBef>
                        <a:spcAft>
                          <a:spcPts val="0"/>
                        </a:spcAft>
                      </a:pPr>
                      <a:r>
                        <a:rPr lang="en-US" sz="1800" b="1" kern="1200" dirty="0">
                          <a:solidFill>
                            <a:srgbClr val="000000"/>
                          </a:solidFill>
                          <a:effectLst/>
                          <a:latin typeface="Calibri"/>
                        </a:rPr>
                        <a:t>Count Total</a:t>
                      </a:r>
                      <a:endParaRPr lang="en-US" dirty="0">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gridSpan="5">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algn="ctr" rtl="0" eaLnBrk="1" latinLnBrk="0" hangingPunct="1">
                        <a:spcBef>
                          <a:spcPts val="0"/>
                        </a:spcBef>
                        <a:spcAft>
                          <a:spcPts val="0"/>
                        </a:spcAft>
                      </a:pPr>
                      <a:endParaRPr lang="en-IN">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241025134"/>
                  </a:ext>
                </a:extLst>
              </a:tr>
            </a:tbl>
          </a:graphicData>
        </a:graphic>
      </p:graphicFrame>
      <p:sp>
        <p:nvSpPr>
          <p:cNvPr id="6" name="TextBox 5">
            <a:extLst>
              <a:ext uri="{FF2B5EF4-FFF2-40B4-BE49-F238E27FC236}">
                <a16:creationId xmlns:a16="http://schemas.microsoft.com/office/drawing/2014/main" id="{642EB567-CE61-218C-BDEA-13C139FA9B09}"/>
              </a:ext>
            </a:extLst>
          </p:cNvPr>
          <p:cNvSpPr txBox="1"/>
          <p:nvPr/>
        </p:nvSpPr>
        <p:spPr>
          <a:xfrm>
            <a:off x="3988851" y="1463550"/>
            <a:ext cx="5436042" cy="3830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41832">
              <a:spcAft>
                <a:spcPts val="600"/>
              </a:spcAft>
            </a:pPr>
            <a:r>
              <a:rPr lang="en-US" sz="1854" kern="1200">
                <a:solidFill>
                  <a:schemeClr val="tx1"/>
                </a:solidFill>
                <a:latin typeface="+mn-lt"/>
                <a:ea typeface="+mn-ea"/>
                <a:cs typeface="+mn-cs"/>
              </a:rPr>
              <a:t>Table 2: UFP Calculation Table </a:t>
            </a:r>
            <a:endParaRPr lang="en-US"/>
          </a:p>
        </p:txBody>
      </p:sp>
    </p:spTree>
    <p:extLst>
      <p:ext uri="{BB962C8B-B14F-4D97-AF65-F5344CB8AC3E}">
        <p14:creationId xmlns:p14="http://schemas.microsoft.com/office/powerpoint/2010/main" val="2934893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D4AE34-436A-4AAE-C1E0-E4A0B37BC73A}"/>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ea typeface="+mj-lt"/>
                <a:cs typeface="+mj-lt"/>
              </a:rPr>
              <a:t>Example 1:</a:t>
            </a:r>
            <a:endParaRPr lang="en-US" sz="4000" dirty="0">
              <a:solidFill>
                <a:srgbClr val="FFFFFF"/>
              </a:solidFill>
            </a:endParaRPr>
          </a:p>
        </p:txBody>
      </p:sp>
      <p:sp>
        <p:nvSpPr>
          <p:cNvPr id="3" name="Content Placeholder 2">
            <a:extLst>
              <a:ext uri="{FF2B5EF4-FFF2-40B4-BE49-F238E27FC236}">
                <a16:creationId xmlns:a16="http://schemas.microsoft.com/office/drawing/2014/main" id="{148F0766-0317-A607-B777-9CC52F66D512}"/>
              </a:ext>
            </a:extLst>
          </p:cNvPr>
          <p:cNvSpPr>
            <a:spLocks noGrp="1"/>
          </p:cNvSpPr>
          <p:nvPr>
            <p:ph idx="1"/>
          </p:nvPr>
        </p:nvSpPr>
        <p:spPr>
          <a:xfrm>
            <a:off x="1371599" y="2318197"/>
            <a:ext cx="9724031" cy="3868709"/>
          </a:xfrm>
        </p:spPr>
        <p:txBody>
          <a:bodyPr vert="horz" lIns="91440" tIns="45720" rIns="91440" bIns="45720" rtlCol="0" anchor="ctr">
            <a:noAutofit/>
          </a:bodyPr>
          <a:lstStyle/>
          <a:p>
            <a:pPr marL="0" indent="0">
              <a:buNone/>
            </a:pPr>
            <a:r>
              <a:rPr lang="en-US" sz="1600" b="1" dirty="0">
                <a:ea typeface="+mn-lt"/>
                <a:cs typeface="+mn-lt"/>
              </a:rPr>
              <a:t>Given the following values, compute function point when all complexity adjustment factor (CAF) and weighting factors are average.</a:t>
            </a:r>
          </a:p>
          <a:p>
            <a:pPr marL="0" indent="0">
              <a:buNone/>
            </a:pPr>
            <a:r>
              <a:rPr lang="en-US" sz="1600" dirty="0">
                <a:latin typeface="Consolas"/>
              </a:rPr>
              <a:t>User Input = 50
User Output = 40
User Inquiries = 35
User Files = 6
External Interface = 4 </a:t>
            </a:r>
          </a:p>
          <a:p>
            <a:pPr>
              <a:buNone/>
            </a:pPr>
            <a:r>
              <a:rPr lang="en-US" sz="1600" b="1" dirty="0">
                <a:ea typeface="+mn-lt"/>
                <a:cs typeface="+mn-lt"/>
              </a:rPr>
              <a:t>Explanation:</a:t>
            </a:r>
            <a:endParaRPr lang="en-US" sz="1600" dirty="0"/>
          </a:p>
          <a:p>
            <a:pPr>
              <a:buFont typeface="Arial"/>
              <a:buChar char="•"/>
            </a:pPr>
            <a:r>
              <a:rPr lang="en-US" sz="1600" b="1" dirty="0">
                <a:ea typeface="+mn-lt"/>
                <a:cs typeface="+mn-lt"/>
              </a:rPr>
              <a:t>Step-1:</a:t>
            </a:r>
            <a:r>
              <a:rPr lang="en-US" sz="1600" dirty="0">
                <a:ea typeface="+mn-lt"/>
                <a:cs typeface="+mn-lt"/>
              </a:rPr>
              <a:t> As complexity adjustment factor is average (given in question), hence,</a:t>
            </a:r>
            <a:r>
              <a:rPr lang="en-US" sz="1600" dirty="0">
                <a:latin typeface="Aptos"/>
              </a:rPr>
              <a:t> </a:t>
            </a:r>
            <a:r>
              <a:rPr lang="en-US" sz="1600" dirty="0">
                <a:latin typeface="Consolas"/>
              </a:rPr>
              <a:t>scale = 3.
F = 14 * 3 = 42 </a:t>
            </a:r>
            <a:endParaRPr lang="en-US" sz="1600" dirty="0"/>
          </a:p>
          <a:p>
            <a:pPr>
              <a:buFont typeface="Arial"/>
              <a:buChar char="•"/>
            </a:pPr>
            <a:r>
              <a:rPr lang="en-US" sz="1600" b="1" dirty="0">
                <a:ea typeface="+mn-lt"/>
                <a:cs typeface="+mn-lt"/>
              </a:rPr>
              <a:t>Step-2:</a:t>
            </a:r>
            <a:r>
              <a:rPr lang="en-US" sz="1600" b="1" dirty="0">
                <a:latin typeface="Aptos"/>
              </a:rPr>
              <a:t> </a:t>
            </a:r>
            <a:r>
              <a:rPr lang="en-US" sz="1600" dirty="0">
                <a:latin typeface="Consolas"/>
              </a:rPr>
              <a:t>CAF = 0.65 + ( 0.01 * 42 ) = 1.07 </a:t>
            </a:r>
            <a:endParaRPr lang="en-US" sz="1600" dirty="0"/>
          </a:p>
          <a:p>
            <a:pPr>
              <a:buFont typeface="Arial"/>
              <a:buChar char="•"/>
            </a:pPr>
            <a:r>
              <a:rPr lang="en-US" sz="1600" b="1" dirty="0">
                <a:ea typeface="+mn-lt"/>
                <a:cs typeface="+mn-lt"/>
              </a:rPr>
              <a:t>Step-3:</a:t>
            </a:r>
            <a:r>
              <a:rPr lang="en-US" sz="1600" dirty="0">
                <a:ea typeface="+mn-lt"/>
                <a:cs typeface="+mn-lt"/>
              </a:rPr>
              <a:t> As weighting factors are also average (given in question) hence we will multiply each individual function point to corresponding values in TABLE.</a:t>
            </a:r>
            <a:r>
              <a:rPr lang="en-US" sz="1600" dirty="0">
                <a:latin typeface="Consolas"/>
              </a:rPr>
              <a:t>UFP.</a:t>
            </a:r>
            <a:endParaRPr lang="en-US" sz="1600" dirty="0">
              <a:latin typeface="Aptos" panose="020B0004020202020204"/>
            </a:endParaRPr>
          </a:p>
          <a:p>
            <a:pPr>
              <a:buFont typeface="Arial"/>
              <a:buChar char="•"/>
            </a:pPr>
            <a:r>
              <a:rPr lang="en-US" sz="1600" dirty="0">
                <a:latin typeface="Consolas"/>
              </a:rPr>
              <a:t>Total Count= (50*4) + (40*5) + (35*4) + (6*10) + (4*7) = 628 </a:t>
            </a:r>
            <a:endParaRPr lang="en-US" sz="1600" dirty="0"/>
          </a:p>
          <a:p>
            <a:pPr>
              <a:buFont typeface="Arial"/>
              <a:buChar char="•"/>
            </a:pPr>
            <a:r>
              <a:rPr lang="en-US" sz="1600" b="1" dirty="0">
                <a:ea typeface="+mn-lt"/>
                <a:cs typeface="+mn-lt"/>
              </a:rPr>
              <a:t>Step-4:</a:t>
            </a:r>
            <a:r>
              <a:rPr lang="en-US" sz="1600" b="1" dirty="0">
                <a:latin typeface="Aptos"/>
              </a:rPr>
              <a:t> </a:t>
            </a:r>
            <a:r>
              <a:rPr lang="en-US" sz="1600" dirty="0">
                <a:latin typeface="Consolas"/>
              </a:rPr>
              <a:t>Function Point = 628 * 1.07 = 671.96 </a:t>
            </a:r>
            <a:endParaRPr lang="en-US" sz="1600" dirty="0"/>
          </a:p>
          <a:p>
            <a:pPr marL="0" indent="0">
              <a:buNone/>
            </a:pPr>
            <a:endParaRPr lang="en-US" sz="1600" dirty="0">
              <a:latin typeface="Consolas"/>
            </a:endParaRPr>
          </a:p>
        </p:txBody>
      </p:sp>
    </p:spTree>
    <p:extLst>
      <p:ext uri="{BB962C8B-B14F-4D97-AF65-F5344CB8AC3E}">
        <p14:creationId xmlns:p14="http://schemas.microsoft.com/office/powerpoint/2010/main" val="863998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601F5-56EF-9648-7727-A672C9877A7C}"/>
              </a:ext>
            </a:extLst>
          </p:cNvPr>
          <p:cNvSpPr>
            <a:spLocks noGrp="1"/>
          </p:cNvSpPr>
          <p:nvPr>
            <p:ph type="title"/>
          </p:nvPr>
        </p:nvSpPr>
        <p:spPr>
          <a:xfrm>
            <a:off x="405714" y="190071"/>
            <a:ext cx="10515600" cy="584158"/>
          </a:xfrm>
        </p:spPr>
        <p:txBody>
          <a:bodyPr>
            <a:normAutofit fontScale="90000"/>
          </a:bodyPr>
          <a:lstStyle/>
          <a:p>
            <a:r>
              <a:rPr lang="en-US" dirty="0"/>
              <a:t>Example 2</a:t>
            </a:r>
          </a:p>
        </p:txBody>
      </p:sp>
      <p:sp>
        <p:nvSpPr>
          <p:cNvPr id="3" name="Content Placeholder 2">
            <a:extLst>
              <a:ext uri="{FF2B5EF4-FFF2-40B4-BE49-F238E27FC236}">
                <a16:creationId xmlns:a16="http://schemas.microsoft.com/office/drawing/2014/main" id="{AFA4DB01-A347-3D5A-963A-90763825E174}"/>
              </a:ext>
            </a:extLst>
          </p:cNvPr>
          <p:cNvSpPr>
            <a:spLocks noGrp="1"/>
          </p:cNvSpPr>
          <p:nvPr>
            <p:ph idx="1"/>
          </p:nvPr>
        </p:nvSpPr>
        <p:spPr/>
        <p:txBody>
          <a:bodyPr vert="horz" lIns="91440" tIns="45720" rIns="91440" bIns="45720" rtlCol="0" anchor="t">
            <a:normAutofit/>
          </a:bodyPr>
          <a:lstStyle/>
          <a:p>
            <a:pPr algn="just"/>
            <a:endParaRPr lang="en-US" sz="1200" dirty="0">
              <a:solidFill>
                <a:srgbClr val="333333"/>
              </a:solidFill>
            </a:endParaRPr>
          </a:p>
          <a:p>
            <a:pPr algn="just"/>
            <a:endParaRPr lang="en-US" sz="1200" dirty="0">
              <a:solidFill>
                <a:srgbClr val="333333"/>
              </a:solidFill>
            </a:endParaRPr>
          </a:p>
          <a:p>
            <a:endParaRPr lang="en-US" dirty="0"/>
          </a:p>
        </p:txBody>
      </p:sp>
      <p:sp>
        <p:nvSpPr>
          <p:cNvPr id="4" name="TextBox 3">
            <a:extLst>
              <a:ext uri="{FF2B5EF4-FFF2-40B4-BE49-F238E27FC236}">
                <a16:creationId xmlns:a16="http://schemas.microsoft.com/office/drawing/2014/main" id="{B8007FCB-8A73-7054-F41C-28A04CC0F004}"/>
              </a:ext>
            </a:extLst>
          </p:cNvPr>
          <p:cNvSpPr txBox="1"/>
          <p:nvPr/>
        </p:nvSpPr>
        <p:spPr>
          <a:xfrm>
            <a:off x="615778" y="780535"/>
            <a:ext cx="8695037"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7345" indent="-347345">
              <a:buFont typeface="Arial"/>
              <a:buChar char="•"/>
            </a:pPr>
            <a:r>
              <a:rPr lang="en-US" sz="2500" dirty="0">
                <a:latin typeface="Calibri"/>
              </a:rPr>
              <a:t>Study of requirement specification for ABC project has produced following results – </a:t>
            </a:r>
            <a:endParaRPr lang="en-US" dirty="0"/>
          </a:p>
          <a:p>
            <a:pPr marL="347345" indent="-347345"/>
            <a:endParaRPr lang="en-IN"/>
          </a:p>
          <a:p>
            <a:pPr marL="347345" indent="-347345">
              <a:buFont typeface="Arial"/>
              <a:buChar char="•"/>
            </a:pPr>
            <a:r>
              <a:rPr lang="en-US" sz="2500" dirty="0">
                <a:latin typeface="Calibri"/>
              </a:rPr>
              <a:t>need for </a:t>
            </a:r>
            <a:endParaRPr lang="en-US" sz="2500" dirty="0">
              <a:latin typeface="Calibri"/>
              <a:ea typeface="Calibri"/>
              <a:cs typeface="Calibri"/>
            </a:endParaRPr>
          </a:p>
          <a:p>
            <a:pPr marL="347345" indent="-347345"/>
            <a:r>
              <a:rPr lang="en-US" sz="2500" dirty="0">
                <a:latin typeface="Calibri"/>
              </a:rPr>
              <a:t>	-	7 inputs, </a:t>
            </a:r>
            <a:endParaRPr lang="en-US" sz="2500" dirty="0">
              <a:latin typeface="Calibri"/>
              <a:ea typeface="Calibri"/>
              <a:cs typeface="Calibri"/>
            </a:endParaRPr>
          </a:p>
          <a:p>
            <a:pPr marL="347345" indent="-347345"/>
            <a:r>
              <a:rPr lang="en-US" sz="2500" dirty="0">
                <a:latin typeface="Calibri"/>
              </a:rPr>
              <a:t>	-	10 outputs, </a:t>
            </a:r>
            <a:endParaRPr lang="en-US" sz="2500" dirty="0">
              <a:latin typeface="Calibri"/>
              <a:ea typeface="Calibri"/>
              <a:cs typeface="Calibri"/>
            </a:endParaRPr>
          </a:p>
          <a:p>
            <a:pPr marL="347345" indent="-347345"/>
            <a:r>
              <a:rPr lang="en-US" sz="2500" dirty="0">
                <a:latin typeface="Calibri"/>
              </a:rPr>
              <a:t>	-	6 inquiries, </a:t>
            </a:r>
            <a:endParaRPr lang="en-US" sz="2500" dirty="0">
              <a:latin typeface="Calibri"/>
              <a:ea typeface="Calibri"/>
              <a:cs typeface="Calibri"/>
            </a:endParaRPr>
          </a:p>
          <a:p>
            <a:pPr marL="347345" indent="-347345"/>
            <a:r>
              <a:rPr lang="en-US" sz="2500" dirty="0">
                <a:latin typeface="Calibri"/>
              </a:rPr>
              <a:t>	-	17 files &amp; </a:t>
            </a:r>
            <a:endParaRPr lang="en-US" sz="2500" dirty="0">
              <a:latin typeface="Calibri"/>
              <a:ea typeface="Calibri"/>
              <a:cs typeface="Calibri"/>
            </a:endParaRPr>
          </a:p>
          <a:p>
            <a:pPr marL="347345" indent="-347345"/>
            <a:r>
              <a:rPr lang="en-US" sz="2500" dirty="0">
                <a:latin typeface="Calibri"/>
              </a:rPr>
              <a:t>	-	4 external interfaces.</a:t>
            </a:r>
            <a:endParaRPr lang="en-US" sz="2500" dirty="0">
              <a:latin typeface="Calibri"/>
              <a:ea typeface="Calibri"/>
              <a:cs typeface="Calibri"/>
            </a:endParaRPr>
          </a:p>
          <a:p>
            <a:pPr marL="347345" indent="-347345"/>
            <a:endParaRPr lang="en-IN"/>
          </a:p>
          <a:p>
            <a:pPr marL="347345" indent="-347345">
              <a:buFont typeface="Arial"/>
              <a:buChar char="•"/>
            </a:pPr>
            <a:r>
              <a:rPr lang="en-US" sz="2500" dirty="0">
                <a:latin typeface="Calibri"/>
              </a:rPr>
              <a:t>Input &amp; external interface FP attributes are of </a:t>
            </a:r>
            <a:r>
              <a:rPr lang="en-US" sz="2500" b="1" dirty="0">
                <a:solidFill>
                  <a:srgbClr val="FF0000"/>
                </a:solidFill>
                <a:latin typeface="Calibri"/>
              </a:rPr>
              <a:t>Average Complexity</a:t>
            </a:r>
            <a:r>
              <a:rPr lang="en-US" sz="2500" b="1" dirty="0">
                <a:latin typeface="Calibri"/>
              </a:rPr>
              <a:t> </a:t>
            </a:r>
            <a:r>
              <a:rPr lang="en-US" sz="2500" dirty="0">
                <a:latin typeface="Calibri"/>
              </a:rPr>
              <a:t>&amp; all other FP attributes are of </a:t>
            </a:r>
            <a:r>
              <a:rPr lang="en-US" sz="2500" b="1" dirty="0">
                <a:solidFill>
                  <a:srgbClr val="FF0000"/>
                </a:solidFill>
                <a:latin typeface="Calibri"/>
              </a:rPr>
              <a:t>– Low Complexity</a:t>
            </a:r>
            <a:endParaRPr lang="en-US" sz="2500" b="1" dirty="0">
              <a:solidFill>
                <a:srgbClr val="FF0000"/>
              </a:solidFill>
              <a:latin typeface="Calibri"/>
              <a:ea typeface="Calibri"/>
              <a:cs typeface="Calibri"/>
            </a:endParaRPr>
          </a:p>
          <a:p>
            <a:pPr marL="347345" indent="-347345"/>
            <a:endParaRPr lang="en-IN"/>
          </a:p>
          <a:p>
            <a:pPr marL="347345" indent="-347345">
              <a:buFont typeface="Arial"/>
              <a:buChar char="•"/>
            </a:pPr>
            <a:r>
              <a:rPr lang="en-US" sz="2500" dirty="0">
                <a:latin typeface="Calibri"/>
              </a:rPr>
              <a:t>Determine – adjusted FPs assuming </a:t>
            </a:r>
            <a:r>
              <a:rPr lang="en-US" sz="2500" b="1" dirty="0">
                <a:solidFill>
                  <a:srgbClr val="FF0000"/>
                </a:solidFill>
                <a:latin typeface="Calibri"/>
              </a:rPr>
              <a:t>Complexity Adjustment Value </a:t>
            </a:r>
            <a:r>
              <a:rPr lang="en-US" sz="2500" dirty="0">
                <a:latin typeface="Calibri"/>
              </a:rPr>
              <a:t>is </a:t>
            </a:r>
            <a:r>
              <a:rPr lang="en-US" sz="2500" dirty="0">
                <a:latin typeface="Calibri"/>
                <a:sym typeface="Wingdings"/>
              </a:rPr>
              <a:t></a:t>
            </a:r>
            <a:r>
              <a:rPr lang="en-US" sz="2500" dirty="0">
                <a:latin typeface="Calibri"/>
              </a:rPr>
              <a:t> 32</a:t>
            </a:r>
            <a:endParaRPr lang="en-US" sz="2500" dirty="0">
              <a:latin typeface="Calibri"/>
              <a:ea typeface="Calibri"/>
              <a:cs typeface="Calibri"/>
            </a:endParaRPr>
          </a:p>
        </p:txBody>
      </p:sp>
    </p:spTree>
    <p:extLst>
      <p:ext uri="{BB962C8B-B14F-4D97-AF65-F5344CB8AC3E}">
        <p14:creationId xmlns:p14="http://schemas.microsoft.com/office/powerpoint/2010/main" val="1966837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7123B0-C618-BE4E-906F-9EA2F9CE8062}"/>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Calculation of UFP</a:t>
            </a:r>
          </a:p>
        </p:txBody>
      </p:sp>
      <p:graphicFrame>
        <p:nvGraphicFramePr>
          <p:cNvPr id="5" name="Content Placeholder 4">
            <a:extLst>
              <a:ext uri="{FF2B5EF4-FFF2-40B4-BE49-F238E27FC236}">
                <a16:creationId xmlns:a16="http://schemas.microsoft.com/office/drawing/2014/main" id="{F929CC05-D045-CE86-4C50-D2DB9CE5BCBA}"/>
              </a:ext>
            </a:extLst>
          </p:cNvPr>
          <p:cNvGraphicFramePr>
            <a:graphicFrameLocks noGrp="1"/>
          </p:cNvGraphicFramePr>
          <p:nvPr>
            <p:ph idx="1"/>
            <p:extLst>
              <p:ext uri="{D42A27DB-BD31-4B8C-83A1-F6EECF244321}">
                <p14:modId xmlns:p14="http://schemas.microsoft.com/office/powerpoint/2010/main" val="3330173063"/>
              </p:ext>
            </p:extLst>
          </p:nvPr>
        </p:nvGraphicFramePr>
        <p:xfrm>
          <a:off x="4038600" y="1486572"/>
          <a:ext cx="7188203" cy="3881471"/>
        </p:xfrm>
        <a:graphic>
          <a:graphicData uri="http://schemas.openxmlformats.org/drawingml/2006/table">
            <a:tbl>
              <a:tblPr firstRow="1" bandRow="1">
                <a:noFill/>
                <a:tableStyleId>{5C22544A-7EE6-4342-B048-85BDC9FD1C3A}</a:tableStyleId>
              </a:tblPr>
              <a:tblGrid>
                <a:gridCol w="2225074">
                  <a:extLst>
                    <a:ext uri="{9D8B030D-6E8A-4147-A177-3AD203B41FA5}">
                      <a16:colId xmlns:a16="http://schemas.microsoft.com/office/drawing/2014/main" val="297317067"/>
                    </a:ext>
                  </a:extLst>
                </a:gridCol>
                <a:gridCol w="816536">
                  <a:extLst>
                    <a:ext uri="{9D8B030D-6E8A-4147-A177-3AD203B41FA5}">
                      <a16:colId xmlns:a16="http://schemas.microsoft.com/office/drawing/2014/main" val="2437839645"/>
                    </a:ext>
                  </a:extLst>
                </a:gridCol>
                <a:gridCol w="491712">
                  <a:extLst>
                    <a:ext uri="{9D8B030D-6E8A-4147-A177-3AD203B41FA5}">
                      <a16:colId xmlns:a16="http://schemas.microsoft.com/office/drawing/2014/main" val="3361823881"/>
                    </a:ext>
                  </a:extLst>
                </a:gridCol>
                <a:gridCol w="858916">
                  <a:extLst>
                    <a:ext uri="{9D8B030D-6E8A-4147-A177-3AD203B41FA5}">
                      <a16:colId xmlns:a16="http://schemas.microsoft.com/office/drawing/2014/main" val="1482611961"/>
                    </a:ext>
                  </a:extLst>
                </a:gridCol>
                <a:gridCol w="987477">
                  <a:extLst>
                    <a:ext uri="{9D8B030D-6E8A-4147-A177-3AD203B41FA5}">
                      <a16:colId xmlns:a16="http://schemas.microsoft.com/office/drawing/2014/main" val="2338874963"/>
                    </a:ext>
                  </a:extLst>
                </a:gridCol>
                <a:gridCol w="991952">
                  <a:extLst>
                    <a:ext uri="{9D8B030D-6E8A-4147-A177-3AD203B41FA5}">
                      <a16:colId xmlns:a16="http://schemas.microsoft.com/office/drawing/2014/main" val="2733625388"/>
                    </a:ext>
                  </a:extLst>
                </a:gridCol>
                <a:gridCol w="816536">
                  <a:extLst>
                    <a:ext uri="{9D8B030D-6E8A-4147-A177-3AD203B41FA5}">
                      <a16:colId xmlns:a16="http://schemas.microsoft.com/office/drawing/2014/main" val="2833364265"/>
                    </a:ext>
                  </a:extLst>
                </a:gridCol>
              </a:tblGrid>
              <a:tr h="459914">
                <a:tc rowSpan="2">
                  <a:txBody>
                    <a:bodyPr/>
                    <a:lstStyle/>
                    <a:p>
                      <a:pPr marL="0" algn="ctr" rtl="0" eaLnBrk="1" latinLnBrk="0" hangingPunct="1">
                        <a:spcBef>
                          <a:spcPts val="0"/>
                        </a:spcBef>
                        <a:spcAft>
                          <a:spcPts val="0"/>
                        </a:spcAft>
                      </a:pPr>
                      <a:r>
                        <a:rPr lang="en-US" sz="1300" b="1" kern="1200">
                          <a:solidFill>
                            <a:srgbClr val="FFFFFF"/>
                          </a:solidFill>
                          <a:effectLst/>
                          <a:latin typeface="Calibri"/>
                        </a:rPr>
                        <a:t>Domain Characteristics</a:t>
                      </a:r>
                      <a:endParaRPr lang="en-US" sz="1300" b="1">
                        <a:solidFill>
                          <a:srgbClr val="FFFFFF"/>
                        </a:solidFill>
                        <a:effectLst/>
                        <a:latin typeface="Calibri"/>
                      </a:endParaRPr>
                    </a:p>
                  </a:txBody>
                  <a:tcPr marL="189525" marR="113715" marT="113715" marB="113715"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rowSpan="2">
                  <a:txBody>
                    <a:bodyPr/>
                    <a:lstStyle/>
                    <a:p>
                      <a:pPr marL="0" algn="ctr" rtl="0" eaLnBrk="1" latinLnBrk="0" hangingPunct="1">
                        <a:spcBef>
                          <a:spcPts val="0"/>
                        </a:spcBef>
                        <a:spcAft>
                          <a:spcPts val="0"/>
                        </a:spcAft>
                      </a:pPr>
                      <a:r>
                        <a:rPr lang="en-US" sz="1300" b="1" kern="1200">
                          <a:solidFill>
                            <a:srgbClr val="FFFFFF"/>
                          </a:solidFill>
                          <a:effectLst/>
                          <a:latin typeface="Calibri"/>
                        </a:rPr>
                        <a:t>Count</a:t>
                      </a:r>
                      <a:endParaRPr lang="en-US" sz="1300" b="1">
                        <a:solidFill>
                          <a:srgbClr val="FFFFFF"/>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rowSpan="2">
                  <a:txBody>
                    <a:bodyPr/>
                    <a:lstStyle/>
                    <a:p>
                      <a:pPr marL="0" algn="ctr" rtl="0" eaLnBrk="1" latinLnBrk="0" hangingPunct="1">
                        <a:spcBef>
                          <a:spcPts val="0"/>
                        </a:spcBef>
                        <a:spcAft>
                          <a:spcPts val="0"/>
                        </a:spcAft>
                      </a:pPr>
                      <a:endParaRPr lang="en-IN" sz="1300" b="1">
                        <a:solidFill>
                          <a:srgbClr val="FFFFFF"/>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gridSpan="3">
                  <a:txBody>
                    <a:bodyPr/>
                    <a:lstStyle/>
                    <a:p>
                      <a:pPr marL="0" marR="0" indent="0" algn="ctr" rtl="0" eaLnBrk="1" fontAlgn="auto" latinLnBrk="0" hangingPunct="1">
                        <a:spcBef>
                          <a:spcPts val="0"/>
                        </a:spcBef>
                        <a:spcAft>
                          <a:spcPts val="0"/>
                        </a:spcAft>
                      </a:pPr>
                      <a:r>
                        <a:rPr lang="en-US" sz="1300" b="1" kern="1200">
                          <a:solidFill>
                            <a:srgbClr val="FFFFFF"/>
                          </a:solidFill>
                          <a:effectLst/>
                          <a:latin typeface="Calibri"/>
                        </a:rPr>
                        <a:t>Weighting Factor</a:t>
                      </a:r>
                      <a:endParaRPr lang="en-US" sz="1300" b="1">
                        <a:solidFill>
                          <a:srgbClr val="FFFFFF"/>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hMerge="1">
                  <a:txBody>
                    <a:bodyPr/>
                    <a:lstStyle/>
                    <a:p>
                      <a:endParaRPr lang="en-US"/>
                    </a:p>
                  </a:txBody>
                  <a:tcPr/>
                </a:tc>
                <a:tc hMerge="1">
                  <a:txBody>
                    <a:bodyPr/>
                    <a:lstStyle/>
                    <a:p>
                      <a:endParaRPr lang="en-US"/>
                    </a:p>
                  </a:txBody>
                  <a:tcPr/>
                </a:tc>
                <a:tc rowSpan="2">
                  <a:txBody>
                    <a:bodyPr/>
                    <a:lstStyle/>
                    <a:p>
                      <a:pPr marL="0" algn="ctr" rtl="0" eaLnBrk="1" latinLnBrk="0" hangingPunct="1">
                        <a:spcBef>
                          <a:spcPts val="0"/>
                        </a:spcBef>
                        <a:spcAft>
                          <a:spcPts val="0"/>
                        </a:spcAft>
                      </a:pPr>
                      <a:r>
                        <a:rPr lang="en-US" sz="1300" b="1" kern="1200">
                          <a:solidFill>
                            <a:srgbClr val="FFFFFF"/>
                          </a:solidFill>
                          <a:effectLst/>
                          <a:latin typeface="Calibri"/>
                        </a:rPr>
                        <a:t>Count</a:t>
                      </a:r>
                      <a:endParaRPr lang="en-US" sz="1300" b="1">
                        <a:solidFill>
                          <a:srgbClr val="FFFFFF"/>
                        </a:solidFill>
                        <a:effectLst/>
                        <a:latin typeface="Calibri"/>
                      </a:endParaRPr>
                    </a:p>
                  </a:txBody>
                  <a:tcPr marL="189525" marR="113715" marT="113715" marB="113715"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2850737996"/>
                  </a:ext>
                </a:extLst>
              </a:tr>
              <a:tr h="45991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Simple</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Average </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Complex</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vMerge="1">
                  <a:txBody>
                    <a:bodyPr/>
                    <a:lstStyle/>
                    <a:p>
                      <a:endParaRPr lang="en-US"/>
                    </a:p>
                  </a:txBody>
                  <a:tcPr/>
                </a:tc>
                <a:extLst>
                  <a:ext uri="{0D108BD9-81ED-4DB2-BD59-A6C34878D82A}">
                    <a16:rowId xmlns:a16="http://schemas.microsoft.com/office/drawing/2014/main" val="3913953100"/>
                  </a:ext>
                </a:extLst>
              </a:tr>
              <a:tr h="459914">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Number Of User Inputs</a:t>
                      </a:r>
                      <a:endParaRPr lang="en-US" sz="1300">
                        <a:solidFill>
                          <a:schemeClr val="tx1">
                            <a:lumMod val="85000"/>
                            <a:lumOff val="15000"/>
                          </a:schemeClr>
                        </a:solidFill>
                        <a:effectLst/>
                        <a:latin typeface="Calibri"/>
                      </a:endParaRPr>
                    </a:p>
                  </a:txBody>
                  <a:tcPr marL="189525" marR="113715" marT="113715" marB="113715"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7</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X</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4</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28</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364822490"/>
                  </a:ext>
                </a:extLst>
              </a:tr>
              <a:tr h="459914">
                <a:tc>
                  <a:txBody>
                    <a:bodyPr/>
                    <a:lstStyle/>
                    <a:p>
                      <a:pPr marL="0" marR="0" indent="0" algn="ctr" rtl="0" eaLnBrk="1" fontAlgn="auto" latinLnBrk="0" hangingPunct="1">
                        <a:spcBef>
                          <a:spcPts val="0"/>
                        </a:spcBef>
                        <a:spcAft>
                          <a:spcPts val="0"/>
                        </a:spcAft>
                      </a:pPr>
                      <a:r>
                        <a:rPr lang="en-US" sz="1300" b="1" kern="1200">
                          <a:solidFill>
                            <a:schemeClr val="tx1">
                              <a:lumMod val="85000"/>
                              <a:lumOff val="15000"/>
                            </a:schemeClr>
                          </a:solidFill>
                          <a:effectLst/>
                          <a:latin typeface="Calibri"/>
                        </a:rPr>
                        <a:t>Number Of User</a:t>
                      </a:r>
                      <a:r>
                        <a:rPr lang="en-US" sz="1300" b="1" kern="1200" baseline="0">
                          <a:solidFill>
                            <a:schemeClr val="tx1">
                              <a:lumMod val="85000"/>
                              <a:lumOff val="15000"/>
                            </a:schemeClr>
                          </a:solidFill>
                          <a:effectLst/>
                          <a:latin typeface="Calibri"/>
                        </a:rPr>
                        <a:t> Out</a:t>
                      </a:r>
                      <a:r>
                        <a:rPr lang="en-US" sz="1300" b="1" kern="1200">
                          <a:solidFill>
                            <a:schemeClr val="tx1">
                              <a:lumMod val="85000"/>
                              <a:lumOff val="15000"/>
                            </a:schemeClr>
                          </a:solidFill>
                          <a:effectLst/>
                          <a:latin typeface="Calibri"/>
                        </a:rPr>
                        <a:t>puts</a:t>
                      </a:r>
                      <a:endParaRPr lang="en-US" sz="1300">
                        <a:solidFill>
                          <a:schemeClr val="tx1">
                            <a:lumMod val="85000"/>
                            <a:lumOff val="15000"/>
                          </a:schemeClr>
                        </a:solidFill>
                        <a:effectLst/>
                        <a:latin typeface="Calibri"/>
                      </a:endParaRPr>
                    </a:p>
                  </a:txBody>
                  <a:tcPr marL="189525" marR="113715" marT="113715" marB="113715"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10</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X</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4</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40</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1441828037"/>
                  </a:ext>
                </a:extLst>
              </a:tr>
              <a:tr h="459914">
                <a:tc>
                  <a:txBody>
                    <a:bodyPr/>
                    <a:lstStyle/>
                    <a:p>
                      <a:pPr marL="0" marR="0" indent="0" algn="ctr" rtl="0" eaLnBrk="1" fontAlgn="auto" latinLnBrk="0" hangingPunct="1">
                        <a:spcBef>
                          <a:spcPts val="0"/>
                        </a:spcBef>
                        <a:spcAft>
                          <a:spcPts val="0"/>
                        </a:spcAft>
                      </a:pPr>
                      <a:r>
                        <a:rPr lang="en-US" sz="1300" b="1" kern="1200">
                          <a:solidFill>
                            <a:schemeClr val="tx1">
                              <a:lumMod val="85000"/>
                              <a:lumOff val="15000"/>
                            </a:schemeClr>
                          </a:solidFill>
                          <a:effectLst/>
                          <a:latin typeface="Calibri"/>
                        </a:rPr>
                        <a:t>Number Of User Enquiries</a:t>
                      </a:r>
                      <a:endParaRPr lang="en-US" sz="1300">
                        <a:solidFill>
                          <a:schemeClr val="tx1">
                            <a:lumMod val="85000"/>
                            <a:lumOff val="15000"/>
                          </a:schemeClr>
                        </a:solidFill>
                        <a:effectLst/>
                        <a:latin typeface="Calibri"/>
                      </a:endParaRPr>
                    </a:p>
                  </a:txBody>
                  <a:tcPr marL="189525" marR="113715" marT="113715" marB="113715"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6</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X</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3</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18</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056867040"/>
                  </a:ext>
                </a:extLst>
              </a:tr>
              <a:tr h="459914">
                <a:tc>
                  <a:txBody>
                    <a:bodyPr/>
                    <a:lstStyle/>
                    <a:p>
                      <a:pPr marL="0" marR="0" indent="0" algn="ctr" rtl="0" eaLnBrk="1" fontAlgn="auto" latinLnBrk="0" hangingPunct="1">
                        <a:spcBef>
                          <a:spcPts val="0"/>
                        </a:spcBef>
                        <a:spcAft>
                          <a:spcPts val="0"/>
                        </a:spcAft>
                      </a:pPr>
                      <a:r>
                        <a:rPr lang="en-US" sz="1300" b="1" kern="1200">
                          <a:solidFill>
                            <a:schemeClr val="tx1">
                              <a:lumMod val="85000"/>
                              <a:lumOff val="15000"/>
                            </a:schemeClr>
                          </a:solidFill>
                          <a:effectLst/>
                          <a:latin typeface="Calibri"/>
                        </a:rPr>
                        <a:t>Number Of Files</a:t>
                      </a:r>
                      <a:endParaRPr lang="en-US" sz="1300">
                        <a:solidFill>
                          <a:schemeClr val="tx1">
                            <a:lumMod val="85000"/>
                            <a:lumOff val="15000"/>
                          </a:schemeClr>
                        </a:solidFill>
                        <a:effectLst/>
                        <a:latin typeface="Calibri"/>
                      </a:endParaRPr>
                    </a:p>
                  </a:txBody>
                  <a:tcPr marL="189525" marR="113715" marT="113715" marB="113715"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17</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X</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7</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119</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1600503031"/>
                  </a:ext>
                </a:extLst>
              </a:tr>
              <a:tr h="662073">
                <a:tc>
                  <a:txBody>
                    <a:bodyPr/>
                    <a:lstStyle/>
                    <a:p>
                      <a:pPr marL="0" marR="0" indent="0" algn="ctr" rtl="0" eaLnBrk="1" fontAlgn="auto" latinLnBrk="0" hangingPunct="1">
                        <a:spcBef>
                          <a:spcPts val="0"/>
                        </a:spcBef>
                        <a:spcAft>
                          <a:spcPts val="0"/>
                        </a:spcAft>
                      </a:pPr>
                      <a:r>
                        <a:rPr lang="en-US" sz="1300" b="1" kern="1200">
                          <a:solidFill>
                            <a:schemeClr val="tx1">
                              <a:lumMod val="85000"/>
                              <a:lumOff val="15000"/>
                            </a:schemeClr>
                          </a:solidFill>
                          <a:effectLst/>
                          <a:latin typeface="Calibri"/>
                        </a:rPr>
                        <a:t>Number Of External Interfaces</a:t>
                      </a:r>
                      <a:endParaRPr lang="en-US" sz="1300">
                        <a:solidFill>
                          <a:schemeClr val="tx1">
                            <a:lumMod val="85000"/>
                            <a:lumOff val="15000"/>
                          </a:schemeClr>
                        </a:solidFill>
                        <a:effectLst/>
                        <a:latin typeface="Calibri"/>
                      </a:endParaRPr>
                    </a:p>
                  </a:txBody>
                  <a:tcPr marL="189525" marR="113715" marT="113715" marB="113715"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4</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X</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7</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28</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55461940"/>
                  </a:ext>
                </a:extLst>
              </a:tr>
              <a:tr h="459914">
                <a:tc>
                  <a:txBody>
                    <a:bodyPr/>
                    <a:lstStyle/>
                    <a:p>
                      <a:pPr marL="0" algn="ctr" rtl="0" eaLnBrk="1" latinLnBrk="0" hangingPunct="1">
                        <a:spcBef>
                          <a:spcPts val="0"/>
                        </a:spcBef>
                        <a:spcAft>
                          <a:spcPts val="0"/>
                        </a:spcAft>
                      </a:pPr>
                      <a:r>
                        <a:rPr lang="en-US" sz="1300" b="1" kern="1200">
                          <a:solidFill>
                            <a:schemeClr val="tx1">
                              <a:lumMod val="85000"/>
                              <a:lumOff val="15000"/>
                            </a:schemeClr>
                          </a:solidFill>
                          <a:effectLst/>
                          <a:latin typeface="Calibri"/>
                        </a:rPr>
                        <a:t>Count Total</a:t>
                      </a:r>
                      <a:endParaRPr lang="en-US" sz="1300">
                        <a:solidFill>
                          <a:schemeClr val="tx1">
                            <a:lumMod val="85000"/>
                            <a:lumOff val="15000"/>
                          </a:schemeClr>
                        </a:solidFill>
                        <a:effectLst/>
                        <a:latin typeface="Calibri"/>
                      </a:endParaRPr>
                    </a:p>
                  </a:txBody>
                  <a:tcPr marL="189525" marR="113715" marT="113715" marB="113715"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gridSpan="5">
                  <a:txBody>
                    <a:bodyPr/>
                    <a:lstStyle/>
                    <a:p>
                      <a:pPr marL="0" algn="ctr" rtl="0" eaLnBrk="1" latinLnBrk="0" hangingPunct="1">
                        <a:spcBef>
                          <a:spcPts val="0"/>
                        </a:spcBef>
                        <a:spcAft>
                          <a:spcPts val="0"/>
                        </a:spcAft>
                      </a:pPr>
                      <a:endParaRPr lang="en-IN" sz="1300">
                        <a:solidFill>
                          <a:schemeClr val="tx1">
                            <a:lumMod val="85000"/>
                            <a:lumOff val="15000"/>
                          </a:schemeClr>
                        </a:solidFill>
                        <a:effectLst/>
                      </a:endParaRPr>
                    </a:p>
                  </a:txBody>
                  <a:tcPr marL="189525" marR="113715" marT="113715" marB="11371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algn="ctr" rtl="0" eaLnBrk="1" latinLnBrk="0" hangingPunct="1">
                        <a:spcBef>
                          <a:spcPts val="0"/>
                        </a:spcBef>
                        <a:spcAft>
                          <a:spcPts val="0"/>
                        </a:spcAft>
                      </a:pPr>
                      <a:r>
                        <a:rPr lang="en-US" sz="1300" kern="1200">
                          <a:solidFill>
                            <a:schemeClr val="tx1">
                              <a:lumMod val="85000"/>
                              <a:lumOff val="15000"/>
                            </a:schemeClr>
                          </a:solidFill>
                          <a:effectLst/>
                          <a:latin typeface="Calibri"/>
                        </a:rPr>
                        <a:t>233</a:t>
                      </a:r>
                      <a:endParaRPr lang="en-US" sz="1300">
                        <a:solidFill>
                          <a:schemeClr val="tx1">
                            <a:lumMod val="85000"/>
                            <a:lumOff val="15000"/>
                          </a:schemeClr>
                        </a:solidFill>
                        <a:effectLst/>
                        <a:latin typeface="Calibri"/>
                      </a:endParaRPr>
                    </a:p>
                  </a:txBody>
                  <a:tcPr marL="189525" marR="113715" marT="113715" marB="113715"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836950964"/>
                  </a:ext>
                </a:extLst>
              </a:tr>
            </a:tbl>
          </a:graphicData>
        </a:graphic>
      </p:graphicFrame>
    </p:spTree>
    <p:extLst>
      <p:ext uri="{BB962C8B-B14F-4D97-AF65-F5344CB8AC3E}">
        <p14:creationId xmlns:p14="http://schemas.microsoft.com/office/powerpoint/2010/main" val="2883122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DB15-45E6-5429-A430-6B369363691E}"/>
              </a:ext>
            </a:extLst>
          </p:cNvPr>
          <p:cNvSpPr>
            <a:spLocks noGrp="1"/>
          </p:cNvSpPr>
          <p:nvPr>
            <p:ph type="title"/>
          </p:nvPr>
        </p:nvSpPr>
        <p:spPr/>
        <p:txBody>
          <a:bodyPr/>
          <a:lstStyle/>
          <a:p>
            <a:r>
              <a:rPr lang="en-US" dirty="0"/>
              <a:t>Calculation of FP</a:t>
            </a:r>
          </a:p>
        </p:txBody>
      </p:sp>
      <p:sp>
        <p:nvSpPr>
          <p:cNvPr id="3" name="Content Placeholder 2">
            <a:extLst>
              <a:ext uri="{FF2B5EF4-FFF2-40B4-BE49-F238E27FC236}">
                <a16:creationId xmlns:a16="http://schemas.microsoft.com/office/drawing/2014/main" id="{77207A63-741C-0608-AF1A-1721987F78FB}"/>
              </a:ext>
            </a:extLst>
          </p:cNvPr>
          <p:cNvSpPr>
            <a:spLocks noGrp="1"/>
          </p:cNvSpPr>
          <p:nvPr>
            <p:ph idx="1"/>
          </p:nvPr>
        </p:nvSpPr>
        <p:spPr/>
        <p:txBody>
          <a:bodyPr vert="horz" lIns="91440" tIns="45720" rIns="91440" bIns="45720" rtlCol="0" anchor="t">
            <a:normAutofit/>
          </a:bodyPr>
          <a:lstStyle/>
          <a:p>
            <a:pPr marL="0" indent="0">
              <a:buNone/>
            </a:pPr>
            <a:r>
              <a:rPr lang="en-US" sz="3200" dirty="0">
                <a:latin typeface="Calibri"/>
                <a:ea typeface="Calibri"/>
                <a:cs typeface="Calibri"/>
              </a:rPr>
              <a:t>FP = Count Total (UFP) * {(0.65 + 0.01) * Sum(Fi)}</a:t>
            </a:r>
            <a:endParaRPr lang="en-US" dirty="0"/>
          </a:p>
          <a:p>
            <a:pPr marL="0" indent="0">
              <a:buNone/>
            </a:pPr>
            <a:r>
              <a:rPr lang="en-US" sz="3200" dirty="0">
                <a:latin typeface="Calibri"/>
                <a:ea typeface="Calibri"/>
                <a:cs typeface="Calibri"/>
              </a:rPr>
              <a:t> = 233 * {(0.65 + 0.01) * 32}</a:t>
            </a:r>
            <a:endParaRPr lang="en-US" dirty="0"/>
          </a:p>
          <a:p>
            <a:r>
              <a:rPr lang="en-US" sz="3200" dirty="0">
                <a:latin typeface="Calibri"/>
                <a:ea typeface="Calibri"/>
                <a:cs typeface="Calibri"/>
              </a:rPr>
              <a:t>  = 233 * 0.97</a:t>
            </a:r>
            <a:endParaRPr lang="en-US" dirty="0"/>
          </a:p>
          <a:p>
            <a:r>
              <a:rPr lang="en-US" sz="3200" dirty="0">
                <a:latin typeface="Calibri"/>
                <a:ea typeface="Calibri"/>
                <a:cs typeface="Calibri"/>
              </a:rPr>
              <a:t>  = 226.01</a:t>
            </a:r>
            <a:endParaRPr lang="en-US" dirty="0"/>
          </a:p>
          <a:p>
            <a:r>
              <a:rPr lang="en-US" sz="3200" dirty="0">
                <a:latin typeface="Calibri"/>
                <a:ea typeface="Calibri"/>
                <a:cs typeface="Calibri"/>
              </a:rPr>
              <a:t>Hence, adjusted FP = 226.01</a:t>
            </a:r>
            <a:endParaRPr lang="en-US" dirty="0"/>
          </a:p>
          <a:p>
            <a:endParaRPr lang="en-US" dirty="0"/>
          </a:p>
        </p:txBody>
      </p:sp>
    </p:spTree>
    <p:extLst>
      <p:ext uri="{BB962C8B-B14F-4D97-AF65-F5344CB8AC3E}">
        <p14:creationId xmlns:p14="http://schemas.microsoft.com/office/powerpoint/2010/main" val="68148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D79CD-882D-A72B-8354-87E5E7443E60}"/>
              </a:ext>
            </a:extLst>
          </p:cNvPr>
          <p:cNvSpPr>
            <a:spLocks noGrp="1"/>
          </p:cNvSpPr>
          <p:nvPr>
            <p:ph type="title"/>
          </p:nvPr>
        </p:nvSpPr>
        <p:spPr>
          <a:xfrm>
            <a:off x="686834" y="1153572"/>
            <a:ext cx="3200400" cy="4461163"/>
          </a:xfrm>
        </p:spPr>
        <p:txBody>
          <a:bodyPr>
            <a:normAutofit/>
          </a:bodyPr>
          <a:lstStyle/>
          <a:p>
            <a:r>
              <a:rPr lang="en-US">
                <a:solidFill>
                  <a:srgbClr val="FFFFFF"/>
                </a:solidFill>
              </a:rPr>
              <a:t>Example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DE84EE9-56DA-A43C-6FEA-FF57DB16BAD4}"/>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en-US">
                <a:latin typeface="Times New Roman"/>
                <a:cs typeface="Times New Roman"/>
              </a:rPr>
              <a:t>An application has the following:</a:t>
            </a:r>
            <a:endParaRPr lang="en-US"/>
          </a:p>
          <a:p>
            <a:r>
              <a:rPr lang="en-US">
                <a:latin typeface="Times New Roman"/>
                <a:cs typeface="Times New Roman"/>
              </a:rPr>
              <a:t>10 low external inputs, </a:t>
            </a:r>
            <a:endParaRPr lang="en-US"/>
          </a:p>
          <a:p>
            <a:r>
              <a:rPr lang="en-US">
                <a:latin typeface="Times New Roman"/>
                <a:cs typeface="Times New Roman"/>
              </a:rPr>
              <a:t>12 high external outputs, </a:t>
            </a:r>
            <a:endParaRPr lang="en-US"/>
          </a:p>
          <a:p>
            <a:r>
              <a:rPr lang="en-US">
                <a:latin typeface="Times New Roman"/>
                <a:cs typeface="Times New Roman"/>
              </a:rPr>
              <a:t>20 low internal logical files, </a:t>
            </a:r>
            <a:endParaRPr lang="en-US"/>
          </a:p>
          <a:p>
            <a:r>
              <a:rPr lang="en-US">
                <a:latin typeface="Times New Roman"/>
                <a:cs typeface="Times New Roman"/>
              </a:rPr>
              <a:t>15 high external interface files, </a:t>
            </a:r>
            <a:endParaRPr lang="en-US"/>
          </a:p>
          <a:p>
            <a:r>
              <a:rPr lang="en-US">
                <a:latin typeface="Times New Roman"/>
                <a:cs typeface="Times New Roman"/>
              </a:rPr>
              <a:t>12  average external inquiries, </a:t>
            </a:r>
            <a:endParaRPr lang="en-US"/>
          </a:p>
          <a:p>
            <a:r>
              <a:rPr lang="en-US">
                <a:latin typeface="Times New Roman"/>
                <a:cs typeface="Times New Roman"/>
              </a:rPr>
              <a:t>and a value of complexity adjustment factor of 1.10.</a:t>
            </a:r>
            <a:endParaRPr lang="en-US"/>
          </a:p>
          <a:p>
            <a:r>
              <a:rPr lang="en-US">
                <a:latin typeface="Times New Roman"/>
                <a:cs typeface="Times New Roman"/>
              </a:rPr>
              <a:t>What are the unadjusted and adjusted function point counts ?</a:t>
            </a:r>
            <a:endParaRPr lang="en-US"/>
          </a:p>
          <a:p>
            <a:endParaRPr lang="en-US" dirty="0"/>
          </a:p>
        </p:txBody>
      </p:sp>
    </p:spTree>
    <p:extLst>
      <p:ext uri="{BB962C8B-B14F-4D97-AF65-F5344CB8AC3E}">
        <p14:creationId xmlns:p14="http://schemas.microsoft.com/office/powerpoint/2010/main" val="567223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67" name="Picture 14366">
            <a:extLst>
              <a:ext uri="{FF2B5EF4-FFF2-40B4-BE49-F238E27FC236}">
                <a16:creationId xmlns:a16="http://schemas.microsoft.com/office/drawing/2014/main" id="{20EC2002-8FFD-DCCC-29E4-E5EACDB51DF3}"/>
              </a:ext>
            </a:extLst>
          </p:cNvPr>
          <p:cNvPicPr>
            <a:picLocks noChangeAspect="1"/>
          </p:cNvPicPr>
          <p:nvPr/>
        </p:nvPicPr>
        <p:blipFill>
          <a:blip r:embed="rId3">
            <a:alphaModFix amt="35000"/>
          </a:blip>
          <a:srcRect t="25000"/>
          <a:stretch>
            <a:fillRect/>
          </a:stretch>
        </p:blipFill>
        <p:spPr>
          <a:xfrm>
            <a:off x="20" y="10"/>
            <a:ext cx="12191980" cy="6857990"/>
          </a:xfrm>
          <a:prstGeom prst="rect">
            <a:avLst/>
          </a:prstGeom>
        </p:spPr>
      </p:pic>
      <p:sp>
        <p:nvSpPr>
          <p:cNvPr id="6" name="Slide Number Placeholder 5"/>
          <p:cNvSpPr>
            <a:spLocks noGrp="1"/>
          </p:cNvSpPr>
          <p:nvPr>
            <p:ph type="sldNum" sz="quarter" idx="11"/>
          </p:nvPr>
        </p:nvSpPr>
        <p:spPr>
          <a:xfrm>
            <a:off x="8610600" y="6356350"/>
            <a:ext cx="2743200" cy="365125"/>
          </a:xfrm>
        </p:spPr>
        <p:txBody>
          <a:bodyPr>
            <a:normAutofit/>
          </a:bodyPr>
          <a:lstStyle/>
          <a:p>
            <a:pPr algn="r">
              <a:spcAft>
                <a:spcPts val="600"/>
              </a:spcAft>
              <a:defRPr/>
            </a:pPr>
            <a:fld id="{1C7BEF57-3FAF-45F7-A64B-4A03589D8F34}" type="slidenum">
              <a:rPr lang="en-US">
                <a:solidFill>
                  <a:srgbClr val="FFFFFF"/>
                </a:solidFill>
              </a:rPr>
              <a:pPr algn="r">
                <a:spcAft>
                  <a:spcPts val="600"/>
                </a:spcAft>
                <a:defRPr/>
              </a:pPr>
              <a:t>22</a:t>
            </a:fld>
            <a:endParaRPr lang="en-US">
              <a:solidFill>
                <a:srgbClr val="FFFFFF"/>
              </a:solidFill>
            </a:endParaRPr>
          </a:p>
        </p:txBody>
      </p:sp>
      <p:graphicFrame>
        <p:nvGraphicFramePr>
          <p:cNvPr id="11" name="Content Placeholder 2">
            <a:extLst>
              <a:ext uri="{FF2B5EF4-FFF2-40B4-BE49-F238E27FC236}">
                <a16:creationId xmlns:a16="http://schemas.microsoft.com/office/drawing/2014/main" id="{045448E5-CA6D-5A97-1143-1FC24D132FB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58617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825EC88-64B0-4863-A05E-2FD0D23B63CE}">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945</TotalTime>
  <Words>1665</Words>
  <Application>Microsoft Office PowerPoint</Application>
  <PresentationFormat>Widescreen</PresentationFormat>
  <Paragraphs>233</Paragraphs>
  <Slides>22</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Display</vt:lpstr>
      <vt:lpstr>Arial</vt:lpstr>
      <vt:lpstr>Calibri</vt:lpstr>
      <vt:lpstr>Consolas</vt:lpstr>
      <vt:lpstr>Times New Roman</vt:lpstr>
      <vt:lpstr>office theme</vt:lpstr>
      <vt:lpstr>Function Point Analysis</vt:lpstr>
      <vt:lpstr>Introduction</vt:lpstr>
      <vt:lpstr>History of FP</vt:lpstr>
      <vt:lpstr>FPA Key Concepts</vt:lpstr>
      <vt:lpstr>FPA Key Concepts</vt:lpstr>
      <vt:lpstr>Components of FPA</vt:lpstr>
      <vt:lpstr>Elementary Processes</vt:lpstr>
      <vt:lpstr>1. Internal Logical Files (ILF)</vt:lpstr>
      <vt:lpstr>2. External Interface Files (EIF)</vt:lpstr>
      <vt:lpstr>Transactional Functions</vt:lpstr>
      <vt:lpstr>Transactional Functions</vt:lpstr>
      <vt:lpstr>Elementary Processes through E-Commerce example</vt:lpstr>
      <vt:lpstr>Calculation of Function Points</vt:lpstr>
      <vt:lpstr>PowerPoint Presentation</vt:lpstr>
      <vt:lpstr>PowerPoint Presentation</vt:lpstr>
      <vt:lpstr>PowerPoint Presentation</vt:lpstr>
      <vt:lpstr>Example 1:</vt:lpstr>
      <vt:lpstr>Example 2</vt:lpstr>
      <vt:lpstr>Calculation of UFP</vt:lpstr>
      <vt:lpstr>Calculation of FP</vt:lpstr>
      <vt:lpstr>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Achyut Shankar</cp:lastModifiedBy>
  <cp:revision>737</cp:revision>
  <dcterms:created xsi:type="dcterms:W3CDTF">2024-08-19T08:30:00Z</dcterms:created>
  <dcterms:modified xsi:type="dcterms:W3CDTF">2025-07-27T15:27:01Z</dcterms:modified>
</cp:coreProperties>
</file>